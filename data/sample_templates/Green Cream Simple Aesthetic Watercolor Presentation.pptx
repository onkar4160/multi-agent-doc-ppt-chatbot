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he Seasons Bold" charset="1" panose="00000000000000000000"/>
      <p:regular r:id="rId17"/>
    </p:embeddedFont>
    <p:embeddedFont>
      <p:font typeface="Montserrat"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jpeg" Type="http://schemas.openxmlformats.org/officeDocument/2006/relationships/image"/><Relationship Id="rId6"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22.jpe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981305">
            <a:off x="15617724" y="602603"/>
            <a:ext cx="5340552" cy="7380160"/>
          </a:xfrm>
          <a:custGeom>
            <a:avLst/>
            <a:gdLst/>
            <a:ahLst/>
            <a:cxnLst/>
            <a:rect r="r" b="b" t="t" l="l"/>
            <a:pathLst>
              <a:path h="7380160" w="5340552">
                <a:moveTo>
                  <a:pt x="0" y="0"/>
                </a:moveTo>
                <a:lnTo>
                  <a:pt x="5340552" y="0"/>
                </a:lnTo>
                <a:lnTo>
                  <a:pt x="5340552" y="7380160"/>
                </a:lnTo>
                <a:lnTo>
                  <a:pt x="0" y="7380160"/>
                </a:lnTo>
                <a:lnTo>
                  <a:pt x="0" y="0"/>
                </a:lnTo>
                <a:close/>
              </a:path>
            </a:pathLst>
          </a:custGeom>
          <a:blipFill>
            <a:blip r:embed="rId3"/>
            <a:stretch>
              <a:fillRect l="0" t="0" r="0" b="0"/>
            </a:stretch>
          </a:blipFill>
        </p:spPr>
      </p:sp>
      <p:sp>
        <p:nvSpPr>
          <p:cNvPr name="TextBox 4" id="4"/>
          <p:cNvSpPr txBox="true"/>
          <p:nvPr/>
        </p:nvSpPr>
        <p:spPr>
          <a:xfrm rot="0">
            <a:off x="2209716" y="3197451"/>
            <a:ext cx="13868569" cy="3074617"/>
          </a:xfrm>
          <a:prstGeom prst="rect">
            <a:avLst/>
          </a:prstGeom>
        </p:spPr>
        <p:txBody>
          <a:bodyPr anchor="t" rtlCol="false" tIns="0" lIns="0" bIns="0" rIns="0">
            <a:spAutoFit/>
          </a:bodyPr>
          <a:lstStyle/>
          <a:p>
            <a:pPr algn="ctr">
              <a:lnSpc>
                <a:spcPts val="22682"/>
              </a:lnSpc>
            </a:pPr>
            <a:r>
              <a:rPr lang="en-US" b="true" sz="16202">
                <a:solidFill>
                  <a:srgbClr val="1E2E1D"/>
                </a:solidFill>
                <a:latin typeface="The Seasons Bold"/>
                <a:ea typeface="The Seasons Bold"/>
                <a:cs typeface="The Seasons Bold"/>
                <a:sym typeface="The Seasons Bold"/>
              </a:rPr>
              <a:t>Presentation</a:t>
            </a:r>
          </a:p>
        </p:txBody>
      </p:sp>
      <p:sp>
        <p:nvSpPr>
          <p:cNvPr name="TextBox 5" id="5"/>
          <p:cNvSpPr txBox="true"/>
          <p:nvPr/>
        </p:nvSpPr>
        <p:spPr>
          <a:xfrm rot="0">
            <a:off x="4341036" y="5801900"/>
            <a:ext cx="9605929" cy="811399"/>
          </a:xfrm>
          <a:prstGeom prst="rect">
            <a:avLst/>
          </a:prstGeom>
        </p:spPr>
        <p:txBody>
          <a:bodyPr anchor="t" rtlCol="false" tIns="0" lIns="0" bIns="0" rIns="0">
            <a:spAutoFit/>
          </a:bodyPr>
          <a:lstStyle/>
          <a:p>
            <a:pPr algn="ctr">
              <a:lnSpc>
                <a:spcPts val="6722"/>
              </a:lnSpc>
            </a:pPr>
            <a:r>
              <a:rPr lang="en-US" sz="4801">
                <a:solidFill>
                  <a:srgbClr val="1E2E1D"/>
                </a:solidFill>
                <a:latin typeface="Montserrat"/>
                <a:ea typeface="Montserrat"/>
                <a:cs typeface="Montserrat"/>
                <a:sym typeface="Montserrat"/>
              </a:rPr>
              <a:t>Presented by Samira Hadid</a:t>
            </a:r>
          </a:p>
        </p:txBody>
      </p:sp>
      <p:sp>
        <p:nvSpPr>
          <p:cNvPr name="Freeform 6" id="6"/>
          <p:cNvSpPr/>
          <p:nvPr/>
        </p:nvSpPr>
        <p:spPr>
          <a:xfrm flipH="false" flipV="false" rot="9885108">
            <a:off x="-2618955" y="2368161"/>
            <a:ext cx="5340552" cy="7380160"/>
          </a:xfrm>
          <a:custGeom>
            <a:avLst/>
            <a:gdLst/>
            <a:ahLst/>
            <a:cxnLst/>
            <a:rect r="r" b="b" t="t" l="l"/>
            <a:pathLst>
              <a:path h="7380160" w="5340552">
                <a:moveTo>
                  <a:pt x="0" y="0"/>
                </a:moveTo>
                <a:lnTo>
                  <a:pt x="5340552" y="0"/>
                </a:lnTo>
                <a:lnTo>
                  <a:pt x="5340552" y="7380160"/>
                </a:lnTo>
                <a:lnTo>
                  <a:pt x="0" y="7380160"/>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3352404" y="3461165"/>
            <a:ext cx="11583192" cy="5279095"/>
            <a:chOff x="0" y="0"/>
            <a:chExt cx="1009532" cy="460099"/>
          </a:xfrm>
        </p:grpSpPr>
        <p:sp>
          <p:nvSpPr>
            <p:cNvPr name="Freeform 4" id="4"/>
            <p:cNvSpPr/>
            <p:nvPr/>
          </p:nvSpPr>
          <p:spPr>
            <a:xfrm flipH="false" flipV="false" rot="0">
              <a:off x="0" y="0"/>
              <a:ext cx="1009532" cy="460099"/>
            </a:xfrm>
            <a:custGeom>
              <a:avLst/>
              <a:gdLst/>
              <a:ahLst/>
              <a:cxnLst/>
              <a:rect r="r" b="b" t="t" l="l"/>
              <a:pathLst>
                <a:path h="460099" w="1009532">
                  <a:moveTo>
                    <a:pt x="0" y="0"/>
                  </a:moveTo>
                  <a:lnTo>
                    <a:pt x="1009532" y="0"/>
                  </a:lnTo>
                  <a:lnTo>
                    <a:pt x="1009532" y="460099"/>
                  </a:lnTo>
                  <a:lnTo>
                    <a:pt x="0" y="460099"/>
                  </a:lnTo>
                  <a:close/>
                </a:path>
              </a:pathLst>
            </a:custGeom>
            <a:solidFill>
              <a:srgbClr val="F4DDC0"/>
            </a:solidFill>
          </p:spPr>
        </p:sp>
        <p:sp>
          <p:nvSpPr>
            <p:cNvPr name="TextBox 5" id="5"/>
            <p:cNvSpPr txBox="true"/>
            <p:nvPr/>
          </p:nvSpPr>
          <p:spPr>
            <a:xfrm>
              <a:off x="0" y="-38100"/>
              <a:ext cx="1009532" cy="4981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7013802">
            <a:off x="1686846" y="2377800"/>
            <a:ext cx="2996264" cy="3315786"/>
          </a:xfrm>
          <a:custGeom>
            <a:avLst/>
            <a:gdLst/>
            <a:ahLst/>
            <a:cxnLst/>
            <a:rect r="r" b="b" t="t" l="l"/>
            <a:pathLst>
              <a:path h="3315786" w="2996264">
                <a:moveTo>
                  <a:pt x="2996264" y="0"/>
                </a:moveTo>
                <a:lnTo>
                  <a:pt x="0" y="0"/>
                </a:lnTo>
                <a:lnTo>
                  <a:pt x="0" y="3315785"/>
                </a:lnTo>
                <a:lnTo>
                  <a:pt x="2996264" y="3315785"/>
                </a:lnTo>
                <a:lnTo>
                  <a:pt x="2996264" y="0"/>
                </a:lnTo>
                <a:close/>
              </a:path>
            </a:pathLst>
          </a:custGeom>
          <a:blipFill>
            <a:blip r:embed="rId3"/>
            <a:stretch>
              <a:fillRect l="0" t="0" r="0" b="0"/>
            </a:stretch>
          </a:blipFill>
        </p:spPr>
      </p:sp>
      <p:sp>
        <p:nvSpPr>
          <p:cNvPr name="TextBox 7" id="7"/>
          <p:cNvSpPr txBox="true"/>
          <p:nvPr/>
        </p:nvSpPr>
        <p:spPr>
          <a:xfrm rot="0">
            <a:off x="4523608" y="3997592"/>
            <a:ext cx="9240784" cy="4168140"/>
          </a:xfrm>
          <a:prstGeom prst="rect">
            <a:avLst/>
          </a:prstGeom>
        </p:spPr>
        <p:txBody>
          <a:bodyPr anchor="t" rtlCol="false" tIns="0" lIns="0" bIns="0" rIns="0">
            <a:spAutoFit/>
          </a:bodyPr>
          <a:lstStyle/>
          <a:p>
            <a:pPr algn="ctr">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a:t>
            </a:r>
          </a:p>
        </p:txBody>
      </p:sp>
      <p:sp>
        <p:nvSpPr>
          <p:cNvPr name="TextBox 8" id="8"/>
          <p:cNvSpPr txBox="true"/>
          <p:nvPr/>
        </p:nvSpPr>
        <p:spPr>
          <a:xfrm rot="0">
            <a:off x="4341036" y="685800"/>
            <a:ext cx="9605929" cy="2142633"/>
          </a:xfrm>
          <a:prstGeom prst="rect">
            <a:avLst/>
          </a:prstGeom>
        </p:spPr>
        <p:txBody>
          <a:bodyPr anchor="t" rtlCol="false" tIns="0" lIns="0" bIns="0" rIns="0">
            <a:spAutoFit/>
          </a:bodyPr>
          <a:lstStyle/>
          <a:p>
            <a:pPr algn="ctr">
              <a:lnSpc>
                <a:spcPts val="15711"/>
              </a:lnSpc>
            </a:pPr>
            <a:r>
              <a:rPr lang="en-US" b="true" sz="11222">
                <a:solidFill>
                  <a:srgbClr val="1E2E1D"/>
                </a:solidFill>
                <a:latin typeface="The Seasons Bold"/>
                <a:ea typeface="The Seasons Bold"/>
                <a:cs typeface="The Seasons Bold"/>
                <a:sym typeface="The Seasons Bold"/>
              </a:rPr>
              <a:t>Introduction</a:t>
            </a:r>
          </a:p>
        </p:txBody>
      </p:sp>
      <p:sp>
        <p:nvSpPr>
          <p:cNvPr name="Freeform 9" id="9"/>
          <p:cNvSpPr/>
          <p:nvPr/>
        </p:nvSpPr>
        <p:spPr>
          <a:xfrm flipH="false" flipV="false" rot="-883093">
            <a:off x="13437464" y="5469723"/>
            <a:ext cx="2996264" cy="3315786"/>
          </a:xfrm>
          <a:custGeom>
            <a:avLst/>
            <a:gdLst/>
            <a:ahLst/>
            <a:cxnLst/>
            <a:rect r="r" b="b" t="t" l="l"/>
            <a:pathLst>
              <a:path h="3315786" w="2996264">
                <a:moveTo>
                  <a:pt x="0" y="0"/>
                </a:moveTo>
                <a:lnTo>
                  <a:pt x="2996264" y="0"/>
                </a:lnTo>
                <a:lnTo>
                  <a:pt x="2996264" y="3315786"/>
                </a:lnTo>
                <a:lnTo>
                  <a:pt x="0" y="3315786"/>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1901440" y="4429294"/>
            <a:ext cx="4629602" cy="4829006"/>
            <a:chOff x="0" y="0"/>
            <a:chExt cx="403493" cy="420872"/>
          </a:xfrm>
        </p:grpSpPr>
        <p:sp>
          <p:nvSpPr>
            <p:cNvPr name="Freeform 4" id="4"/>
            <p:cNvSpPr/>
            <p:nvPr/>
          </p:nvSpPr>
          <p:spPr>
            <a:xfrm flipH="false" flipV="false" rot="0">
              <a:off x="0" y="0"/>
              <a:ext cx="403493" cy="420872"/>
            </a:xfrm>
            <a:custGeom>
              <a:avLst/>
              <a:gdLst/>
              <a:ahLst/>
              <a:cxnLst/>
              <a:rect r="r" b="b" t="t" l="l"/>
              <a:pathLst>
                <a:path h="420872" w="403493">
                  <a:moveTo>
                    <a:pt x="0" y="0"/>
                  </a:moveTo>
                  <a:lnTo>
                    <a:pt x="403493" y="0"/>
                  </a:lnTo>
                  <a:lnTo>
                    <a:pt x="403493" y="420872"/>
                  </a:lnTo>
                  <a:lnTo>
                    <a:pt x="0" y="420872"/>
                  </a:lnTo>
                  <a:close/>
                </a:path>
              </a:pathLst>
            </a:custGeom>
            <a:solidFill>
              <a:srgbClr val="69765E"/>
            </a:solidFill>
          </p:spPr>
        </p:sp>
        <p:sp>
          <p:nvSpPr>
            <p:cNvPr name="TextBox 5" id="5"/>
            <p:cNvSpPr txBox="true"/>
            <p:nvPr/>
          </p:nvSpPr>
          <p:spPr>
            <a:xfrm>
              <a:off x="0" y="-38100"/>
              <a:ext cx="403493" cy="45897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829199" y="4429294"/>
            <a:ext cx="4629602" cy="4829006"/>
            <a:chOff x="0" y="0"/>
            <a:chExt cx="403493" cy="420872"/>
          </a:xfrm>
        </p:grpSpPr>
        <p:sp>
          <p:nvSpPr>
            <p:cNvPr name="Freeform 7" id="7"/>
            <p:cNvSpPr/>
            <p:nvPr/>
          </p:nvSpPr>
          <p:spPr>
            <a:xfrm flipH="false" flipV="false" rot="0">
              <a:off x="0" y="0"/>
              <a:ext cx="403493" cy="420872"/>
            </a:xfrm>
            <a:custGeom>
              <a:avLst/>
              <a:gdLst/>
              <a:ahLst/>
              <a:cxnLst/>
              <a:rect r="r" b="b" t="t" l="l"/>
              <a:pathLst>
                <a:path h="420872" w="403493">
                  <a:moveTo>
                    <a:pt x="0" y="0"/>
                  </a:moveTo>
                  <a:lnTo>
                    <a:pt x="403493" y="0"/>
                  </a:lnTo>
                  <a:lnTo>
                    <a:pt x="403493" y="420872"/>
                  </a:lnTo>
                  <a:lnTo>
                    <a:pt x="0" y="420872"/>
                  </a:lnTo>
                  <a:close/>
                </a:path>
              </a:pathLst>
            </a:custGeom>
            <a:solidFill>
              <a:srgbClr val="F4DDC0"/>
            </a:solidFill>
          </p:spPr>
        </p:sp>
        <p:sp>
          <p:nvSpPr>
            <p:cNvPr name="TextBox 8" id="8"/>
            <p:cNvSpPr txBox="true"/>
            <p:nvPr/>
          </p:nvSpPr>
          <p:spPr>
            <a:xfrm>
              <a:off x="0" y="-38100"/>
              <a:ext cx="403493" cy="458972"/>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1756958" y="4429294"/>
            <a:ext cx="4629602" cy="4829006"/>
            <a:chOff x="0" y="0"/>
            <a:chExt cx="403493" cy="420872"/>
          </a:xfrm>
        </p:grpSpPr>
        <p:sp>
          <p:nvSpPr>
            <p:cNvPr name="Freeform 10" id="10"/>
            <p:cNvSpPr/>
            <p:nvPr/>
          </p:nvSpPr>
          <p:spPr>
            <a:xfrm flipH="false" flipV="false" rot="0">
              <a:off x="0" y="0"/>
              <a:ext cx="403493" cy="420872"/>
            </a:xfrm>
            <a:custGeom>
              <a:avLst/>
              <a:gdLst/>
              <a:ahLst/>
              <a:cxnLst/>
              <a:rect r="r" b="b" t="t" l="l"/>
              <a:pathLst>
                <a:path h="420872" w="403493">
                  <a:moveTo>
                    <a:pt x="0" y="0"/>
                  </a:moveTo>
                  <a:lnTo>
                    <a:pt x="403493" y="0"/>
                  </a:lnTo>
                  <a:lnTo>
                    <a:pt x="403493" y="420872"/>
                  </a:lnTo>
                  <a:lnTo>
                    <a:pt x="0" y="420872"/>
                  </a:lnTo>
                  <a:close/>
                </a:path>
              </a:pathLst>
            </a:custGeom>
            <a:solidFill>
              <a:srgbClr val="69765E"/>
            </a:solidFill>
          </p:spPr>
        </p:sp>
        <p:sp>
          <p:nvSpPr>
            <p:cNvPr name="TextBox 11" id="11"/>
            <p:cNvSpPr txBox="true"/>
            <p:nvPr/>
          </p:nvSpPr>
          <p:spPr>
            <a:xfrm>
              <a:off x="0" y="-38100"/>
              <a:ext cx="403493" cy="458972"/>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2700000">
            <a:off x="-1914801" y="-1422162"/>
            <a:ext cx="5038177" cy="5177971"/>
          </a:xfrm>
          <a:custGeom>
            <a:avLst/>
            <a:gdLst/>
            <a:ahLst/>
            <a:cxnLst/>
            <a:rect r="r" b="b" t="t" l="l"/>
            <a:pathLst>
              <a:path h="5177971" w="5038177">
                <a:moveTo>
                  <a:pt x="0" y="0"/>
                </a:moveTo>
                <a:lnTo>
                  <a:pt x="5038177" y="0"/>
                </a:lnTo>
                <a:lnTo>
                  <a:pt x="5038177" y="5177971"/>
                </a:lnTo>
                <a:lnTo>
                  <a:pt x="0" y="5177971"/>
                </a:lnTo>
                <a:lnTo>
                  <a:pt x="0" y="0"/>
                </a:lnTo>
                <a:close/>
              </a:path>
            </a:pathLst>
          </a:custGeom>
          <a:blipFill>
            <a:blip r:embed="rId3"/>
            <a:stretch>
              <a:fillRect l="0" t="0" r="0" b="0"/>
            </a:stretch>
          </a:blipFill>
        </p:spPr>
      </p:sp>
      <p:sp>
        <p:nvSpPr>
          <p:cNvPr name="TextBox 13" id="13"/>
          <p:cNvSpPr txBox="true"/>
          <p:nvPr/>
        </p:nvSpPr>
        <p:spPr>
          <a:xfrm rot="0">
            <a:off x="2138020" y="4740677"/>
            <a:ext cx="4156442" cy="41681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a:t>
            </a:r>
          </a:p>
        </p:txBody>
      </p:sp>
      <p:sp>
        <p:nvSpPr>
          <p:cNvPr name="TextBox 14" id="14"/>
          <p:cNvSpPr txBox="true"/>
          <p:nvPr/>
        </p:nvSpPr>
        <p:spPr>
          <a:xfrm rot="0">
            <a:off x="4341036" y="685800"/>
            <a:ext cx="9605929" cy="2142633"/>
          </a:xfrm>
          <a:prstGeom prst="rect">
            <a:avLst/>
          </a:prstGeom>
        </p:spPr>
        <p:txBody>
          <a:bodyPr anchor="t" rtlCol="false" tIns="0" lIns="0" bIns="0" rIns="0">
            <a:spAutoFit/>
          </a:bodyPr>
          <a:lstStyle/>
          <a:p>
            <a:pPr algn="ctr">
              <a:lnSpc>
                <a:spcPts val="15711"/>
              </a:lnSpc>
            </a:pPr>
            <a:r>
              <a:rPr lang="en-US" b="true" sz="11222">
                <a:solidFill>
                  <a:srgbClr val="1E2E1D"/>
                </a:solidFill>
                <a:latin typeface="The Seasons Bold"/>
                <a:ea typeface="The Seasons Bold"/>
                <a:cs typeface="The Seasons Bold"/>
                <a:sym typeface="The Seasons Bold"/>
              </a:rPr>
              <a:t>Overview</a:t>
            </a:r>
          </a:p>
        </p:txBody>
      </p:sp>
      <p:sp>
        <p:nvSpPr>
          <p:cNvPr name="TextBox 15" id="15"/>
          <p:cNvSpPr txBox="true"/>
          <p:nvPr/>
        </p:nvSpPr>
        <p:spPr>
          <a:xfrm rot="0">
            <a:off x="7065779" y="4740677"/>
            <a:ext cx="4156442" cy="41681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a:t>
            </a:r>
          </a:p>
        </p:txBody>
      </p:sp>
      <p:sp>
        <p:nvSpPr>
          <p:cNvPr name="TextBox 16" id="16"/>
          <p:cNvSpPr txBox="true"/>
          <p:nvPr/>
        </p:nvSpPr>
        <p:spPr>
          <a:xfrm rot="0">
            <a:off x="11993538" y="4740677"/>
            <a:ext cx="4156442" cy="41681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a:t>
            </a:r>
          </a:p>
        </p:txBody>
      </p:sp>
      <p:sp>
        <p:nvSpPr>
          <p:cNvPr name="TextBox 17" id="17"/>
          <p:cNvSpPr txBox="true"/>
          <p:nvPr/>
        </p:nvSpPr>
        <p:spPr>
          <a:xfrm rot="0">
            <a:off x="3640262" y="3072047"/>
            <a:ext cx="1151957" cy="1357246"/>
          </a:xfrm>
          <a:prstGeom prst="rect">
            <a:avLst/>
          </a:prstGeom>
        </p:spPr>
        <p:txBody>
          <a:bodyPr anchor="t" rtlCol="false" tIns="0" lIns="0" bIns="0" rIns="0">
            <a:spAutoFit/>
          </a:bodyPr>
          <a:lstStyle/>
          <a:p>
            <a:pPr algn="ctr">
              <a:lnSpc>
                <a:spcPts val="9935"/>
              </a:lnSpc>
            </a:pPr>
            <a:r>
              <a:rPr lang="en-US" b="true" sz="7097">
                <a:solidFill>
                  <a:srgbClr val="1E2E1D"/>
                </a:solidFill>
                <a:latin typeface="The Seasons Bold"/>
                <a:ea typeface="The Seasons Bold"/>
                <a:cs typeface="The Seasons Bold"/>
                <a:sym typeface="The Seasons Bold"/>
              </a:rPr>
              <a:t>1.</a:t>
            </a:r>
          </a:p>
        </p:txBody>
      </p:sp>
      <p:sp>
        <p:nvSpPr>
          <p:cNvPr name="TextBox 18" id="18"/>
          <p:cNvSpPr txBox="true"/>
          <p:nvPr/>
        </p:nvSpPr>
        <p:spPr>
          <a:xfrm rot="0">
            <a:off x="8568021" y="3072047"/>
            <a:ext cx="1151957" cy="1357246"/>
          </a:xfrm>
          <a:prstGeom prst="rect">
            <a:avLst/>
          </a:prstGeom>
        </p:spPr>
        <p:txBody>
          <a:bodyPr anchor="t" rtlCol="false" tIns="0" lIns="0" bIns="0" rIns="0">
            <a:spAutoFit/>
          </a:bodyPr>
          <a:lstStyle/>
          <a:p>
            <a:pPr algn="ctr">
              <a:lnSpc>
                <a:spcPts val="9935"/>
              </a:lnSpc>
            </a:pPr>
            <a:r>
              <a:rPr lang="en-US" b="true" sz="7097">
                <a:solidFill>
                  <a:srgbClr val="1E2E1D"/>
                </a:solidFill>
                <a:latin typeface="The Seasons Bold"/>
                <a:ea typeface="The Seasons Bold"/>
                <a:cs typeface="The Seasons Bold"/>
                <a:sym typeface="The Seasons Bold"/>
              </a:rPr>
              <a:t>2</a:t>
            </a:r>
          </a:p>
        </p:txBody>
      </p:sp>
      <p:sp>
        <p:nvSpPr>
          <p:cNvPr name="TextBox 19" id="19"/>
          <p:cNvSpPr txBox="true"/>
          <p:nvPr/>
        </p:nvSpPr>
        <p:spPr>
          <a:xfrm rot="0">
            <a:off x="13495780" y="3072047"/>
            <a:ext cx="1151957" cy="1357246"/>
          </a:xfrm>
          <a:prstGeom prst="rect">
            <a:avLst/>
          </a:prstGeom>
        </p:spPr>
        <p:txBody>
          <a:bodyPr anchor="t" rtlCol="false" tIns="0" lIns="0" bIns="0" rIns="0">
            <a:spAutoFit/>
          </a:bodyPr>
          <a:lstStyle/>
          <a:p>
            <a:pPr algn="ctr">
              <a:lnSpc>
                <a:spcPts val="9935"/>
              </a:lnSpc>
            </a:pPr>
            <a:r>
              <a:rPr lang="en-US" b="true" sz="7097">
                <a:solidFill>
                  <a:srgbClr val="1E2E1D"/>
                </a:solidFill>
                <a:latin typeface="The Seasons Bold"/>
                <a:ea typeface="The Seasons Bold"/>
                <a:cs typeface="The Seasons Bold"/>
                <a:sym typeface="The Seasons Bold"/>
              </a:rPr>
              <a:t>3</a:t>
            </a:r>
          </a:p>
        </p:txBody>
      </p:sp>
      <p:sp>
        <p:nvSpPr>
          <p:cNvPr name="Freeform 20" id="20"/>
          <p:cNvSpPr/>
          <p:nvPr/>
        </p:nvSpPr>
        <p:spPr>
          <a:xfrm flipH="false" flipV="false" rot="7543062">
            <a:off x="15457181" y="6192029"/>
            <a:ext cx="5185856" cy="5329748"/>
          </a:xfrm>
          <a:custGeom>
            <a:avLst/>
            <a:gdLst/>
            <a:ahLst/>
            <a:cxnLst/>
            <a:rect r="r" b="b" t="t" l="l"/>
            <a:pathLst>
              <a:path h="5329748" w="5185856">
                <a:moveTo>
                  <a:pt x="0" y="0"/>
                </a:moveTo>
                <a:lnTo>
                  <a:pt x="5185856" y="0"/>
                </a:lnTo>
                <a:lnTo>
                  <a:pt x="5185856" y="5329748"/>
                </a:lnTo>
                <a:lnTo>
                  <a:pt x="0" y="5329748"/>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8236677" y="2239905"/>
            <a:ext cx="9022623" cy="2763986"/>
            <a:chOff x="0" y="0"/>
            <a:chExt cx="786366" cy="240895"/>
          </a:xfrm>
        </p:grpSpPr>
        <p:sp>
          <p:nvSpPr>
            <p:cNvPr name="Freeform 4" id="4"/>
            <p:cNvSpPr/>
            <p:nvPr/>
          </p:nvSpPr>
          <p:spPr>
            <a:xfrm flipH="false" flipV="false" rot="0">
              <a:off x="0" y="0"/>
              <a:ext cx="786366" cy="240895"/>
            </a:xfrm>
            <a:custGeom>
              <a:avLst/>
              <a:gdLst/>
              <a:ahLst/>
              <a:cxnLst/>
              <a:rect r="r" b="b" t="t" l="l"/>
              <a:pathLst>
                <a:path h="240895" w="786366">
                  <a:moveTo>
                    <a:pt x="0" y="0"/>
                  </a:moveTo>
                  <a:lnTo>
                    <a:pt x="786366" y="0"/>
                  </a:lnTo>
                  <a:lnTo>
                    <a:pt x="786366" y="240895"/>
                  </a:lnTo>
                  <a:lnTo>
                    <a:pt x="0" y="240895"/>
                  </a:lnTo>
                  <a:close/>
                </a:path>
              </a:pathLst>
            </a:custGeom>
            <a:solidFill>
              <a:srgbClr val="69765E"/>
            </a:solidFill>
          </p:spPr>
        </p:sp>
        <p:sp>
          <p:nvSpPr>
            <p:cNvPr name="TextBox 5" id="5"/>
            <p:cNvSpPr txBox="true"/>
            <p:nvPr/>
          </p:nvSpPr>
          <p:spPr>
            <a:xfrm>
              <a:off x="0" y="-38100"/>
              <a:ext cx="786366" cy="27899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236677" y="5283109"/>
            <a:ext cx="9022623" cy="2763986"/>
            <a:chOff x="0" y="0"/>
            <a:chExt cx="786366" cy="240895"/>
          </a:xfrm>
        </p:grpSpPr>
        <p:sp>
          <p:nvSpPr>
            <p:cNvPr name="Freeform 7" id="7"/>
            <p:cNvSpPr/>
            <p:nvPr/>
          </p:nvSpPr>
          <p:spPr>
            <a:xfrm flipH="false" flipV="false" rot="0">
              <a:off x="0" y="0"/>
              <a:ext cx="786366" cy="240895"/>
            </a:xfrm>
            <a:custGeom>
              <a:avLst/>
              <a:gdLst/>
              <a:ahLst/>
              <a:cxnLst/>
              <a:rect r="r" b="b" t="t" l="l"/>
              <a:pathLst>
                <a:path h="240895" w="786366">
                  <a:moveTo>
                    <a:pt x="0" y="0"/>
                  </a:moveTo>
                  <a:lnTo>
                    <a:pt x="786366" y="0"/>
                  </a:lnTo>
                  <a:lnTo>
                    <a:pt x="786366" y="240895"/>
                  </a:lnTo>
                  <a:lnTo>
                    <a:pt x="0" y="240895"/>
                  </a:lnTo>
                  <a:close/>
                </a:path>
              </a:pathLst>
            </a:custGeom>
            <a:solidFill>
              <a:srgbClr val="F4DDC0"/>
            </a:solidFill>
          </p:spPr>
        </p:sp>
        <p:sp>
          <p:nvSpPr>
            <p:cNvPr name="TextBox 8" id="8"/>
            <p:cNvSpPr txBox="true"/>
            <p:nvPr/>
          </p:nvSpPr>
          <p:spPr>
            <a:xfrm>
              <a:off x="0" y="-38100"/>
              <a:ext cx="786366" cy="278995"/>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6172200"/>
            <a:ext cx="5684318" cy="8229600"/>
          </a:xfrm>
          <a:custGeom>
            <a:avLst/>
            <a:gdLst/>
            <a:ahLst/>
            <a:cxnLst/>
            <a:rect r="r" b="b" t="t" l="l"/>
            <a:pathLst>
              <a:path h="8229600" w="5684318">
                <a:moveTo>
                  <a:pt x="0" y="0"/>
                </a:moveTo>
                <a:lnTo>
                  <a:pt x="5684318" y="0"/>
                </a:lnTo>
                <a:lnTo>
                  <a:pt x="5684318" y="8229600"/>
                </a:lnTo>
                <a:lnTo>
                  <a:pt x="0" y="8229600"/>
                </a:lnTo>
                <a:lnTo>
                  <a:pt x="0" y="0"/>
                </a:lnTo>
                <a:close/>
              </a:path>
            </a:pathLst>
          </a:custGeom>
          <a:blipFill>
            <a:blip r:embed="rId3"/>
            <a:stretch>
              <a:fillRect l="0" t="0" r="0" b="0"/>
            </a:stretch>
          </a:blipFill>
        </p:spPr>
      </p:sp>
      <p:sp>
        <p:nvSpPr>
          <p:cNvPr name="TextBox 10" id="10"/>
          <p:cNvSpPr txBox="true"/>
          <p:nvPr/>
        </p:nvSpPr>
        <p:spPr>
          <a:xfrm rot="0">
            <a:off x="1028700" y="3498287"/>
            <a:ext cx="7211167" cy="2134305"/>
          </a:xfrm>
          <a:prstGeom prst="rect">
            <a:avLst/>
          </a:prstGeom>
        </p:spPr>
        <p:txBody>
          <a:bodyPr anchor="t" rtlCol="false" tIns="0" lIns="0" bIns="0" rIns="0">
            <a:spAutoFit/>
          </a:bodyPr>
          <a:lstStyle/>
          <a:p>
            <a:pPr algn="l">
              <a:lnSpc>
                <a:spcPts val="15711"/>
              </a:lnSpc>
            </a:pPr>
            <a:r>
              <a:rPr lang="en-US" sz="11222" b="true">
                <a:solidFill>
                  <a:srgbClr val="1E2E1D"/>
                </a:solidFill>
                <a:latin typeface="The Seasons Bold"/>
                <a:ea typeface="The Seasons Bold"/>
                <a:cs typeface="The Seasons Bold"/>
                <a:sym typeface="The Seasons Bold"/>
              </a:rPr>
              <a:t>Objectives</a:t>
            </a:r>
          </a:p>
        </p:txBody>
      </p:sp>
      <p:sp>
        <p:nvSpPr>
          <p:cNvPr name="TextBox 11" id="11"/>
          <p:cNvSpPr txBox="true"/>
          <p:nvPr/>
        </p:nvSpPr>
        <p:spPr>
          <a:xfrm rot="0">
            <a:off x="8709837" y="2551288"/>
            <a:ext cx="7939659" cy="20726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a:t>
            </a:r>
          </a:p>
        </p:txBody>
      </p:sp>
      <p:sp>
        <p:nvSpPr>
          <p:cNvPr name="TextBox 12" id="12"/>
          <p:cNvSpPr txBox="true"/>
          <p:nvPr/>
        </p:nvSpPr>
        <p:spPr>
          <a:xfrm rot="0">
            <a:off x="8709837" y="5594492"/>
            <a:ext cx="7939659" cy="20726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a:t>
            </a:r>
          </a:p>
        </p:txBody>
      </p:sp>
      <p:sp>
        <p:nvSpPr>
          <p:cNvPr name="Freeform 13" id="13"/>
          <p:cNvSpPr/>
          <p:nvPr/>
        </p:nvSpPr>
        <p:spPr>
          <a:xfrm flipH="false" flipV="false" rot="7229928">
            <a:off x="11289770" y="-4810875"/>
            <a:ext cx="5684318" cy="8229600"/>
          </a:xfrm>
          <a:custGeom>
            <a:avLst/>
            <a:gdLst/>
            <a:ahLst/>
            <a:cxnLst/>
            <a:rect r="r" b="b" t="t" l="l"/>
            <a:pathLst>
              <a:path h="8229600" w="5684318">
                <a:moveTo>
                  <a:pt x="0" y="0"/>
                </a:moveTo>
                <a:lnTo>
                  <a:pt x="5684318" y="0"/>
                </a:lnTo>
                <a:lnTo>
                  <a:pt x="5684318" y="8229600"/>
                </a:lnTo>
                <a:lnTo>
                  <a:pt x="0" y="822960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0" y="-804258"/>
            <a:ext cx="13342679" cy="11783865"/>
            <a:chOff x="0" y="0"/>
            <a:chExt cx="1162880" cy="1027022"/>
          </a:xfrm>
        </p:grpSpPr>
        <p:sp>
          <p:nvSpPr>
            <p:cNvPr name="Freeform 4" id="4"/>
            <p:cNvSpPr/>
            <p:nvPr/>
          </p:nvSpPr>
          <p:spPr>
            <a:xfrm flipH="false" flipV="false" rot="0">
              <a:off x="0" y="0"/>
              <a:ext cx="1162880" cy="1027022"/>
            </a:xfrm>
            <a:custGeom>
              <a:avLst/>
              <a:gdLst/>
              <a:ahLst/>
              <a:cxnLst/>
              <a:rect r="r" b="b" t="t" l="l"/>
              <a:pathLst>
                <a:path h="1027022" w="1162880">
                  <a:moveTo>
                    <a:pt x="0" y="0"/>
                  </a:moveTo>
                  <a:lnTo>
                    <a:pt x="1162880" y="0"/>
                  </a:lnTo>
                  <a:lnTo>
                    <a:pt x="1162880" y="1027022"/>
                  </a:lnTo>
                  <a:lnTo>
                    <a:pt x="0" y="1027022"/>
                  </a:lnTo>
                  <a:close/>
                </a:path>
              </a:pathLst>
            </a:custGeom>
            <a:solidFill>
              <a:srgbClr val="69765E"/>
            </a:solidFill>
          </p:spPr>
        </p:sp>
        <p:sp>
          <p:nvSpPr>
            <p:cNvPr name="TextBox 5" id="5"/>
            <p:cNvSpPr txBox="true"/>
            <p:nvPr/>
          </p:nvSpPr>
          <p:spPr>
            <a:xfrm>
              <a:off x="0" y="-38100"/>
              <a:ext cx="1162880" cy="10651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a:grpSpLocks noChangeAspect="true"/>
          </p:cNvGrpSpPr>
          <p:nvPr/>
        </p:nvGrpSpPr>
        <p:grpSpPr>
          <a:xfrm rot="0">
            <a:off x="11627082" y="2355109"/>
            <a:ext cx="5415962" cy="6280198"/>
            <a:chOff x="0" y="0"/>
            <a:chExt cx="7548118" cy="8752586"/>
          </a:xfrm>
        </p:grpSpPr>
        <p:sp>
          <p:nvSpPr>
            <p:cNvPr name="Freeform 7" id="7"/>
            <p:cNvSpPr/>
            <p:nvPr/>
          </p:nvSpPr>
          <p:spPr>
            <a:xfrm flipH="false" flipV="false" rot="0">
              <a:off x="648843" y="390652"/>
              <a:ext cx="6250432" cy="7971409"/>
            </a:xfrm>
            <a:custGeom>
              <a:avLst/>
              <a:gdLst/>
              <a:ahLst/>
              <a:cxnLst/>
              <a:rect r="r" b="b" t="t" l="l"/>
              <a:pathLst>
                <a:path h="7971409" w="6250432">
                  <a:moveTo>
                    <a:pt x="0" y="7971409"/>
                  </a:moveTo>
                  <a:lnTo>
                    <a:pt x="0" y="3197733"/>
                  </a:lnTo>
                  <a:cubicBezTo>
                    <a:pt x="11557" y="2327275"/>
                    <a:pt x="381254" y="1508125"/>
                    <a:pt x="1041019" y="891032"/>
                  </a:cubicBezTo>
                  <a:cubicBezTo>
                    <a:pt x="1637538" y="333121"/>
                    <a:pt x="2416556" y="0"/>
                    <a:pt x="3125216" y="0"/>
                  </a:cubicBezTo>
                  <a:cubicBezTo>
                    <a:pt x="3833876" y="0"/>
                    <a:pt x="4612894" y="333121"/>
                    <a:pt x="5209413" y="891032"/>
                  </a:cubicBezTo>
                  <a:cubicBezTo>
                    <a:pt x="5869178" y="1508252"/>
                    <a:pt x="6238875" y="2327275"/>
                    <a:pt x="6250432" y="3197733"/>
                  </a:cubicBezTo>
                  <a:lnTo>
                    <a:pt x="6250432" y="7971409"/>
                  </a:lnTo>
                  <a:lnTo>
                    <a:pt x="0" y="7971409"/>
                  </a:lnTo>
                  <a:close/>
                </a:path>
              </a:pathLst>
            </a:custGeom>
            <a:blipFill>
              <a:blip r:embed="rId3"/>
              <a:stretch>
                <a:fillRect l="-45563" t="0" r="-45563" b="0"/>
              </a:stretch>
            </a:blipFill>
          </p:spPr>
        </p:sp>
        <p:sp>
          <p:nvSpPr>
            <p:cNvPr name="Freeform 8" id="8"/>
            <p:cNvSpPr/>
            <p:nvPr/>
          </p:nvSpPr>
          <p:spPr>
            <a:xfrm flipH="false" flipV="false" rot="0">
              <a:off x="20955" y="0"/>
              <a:ext cx="7506082" cy="8752332"/>
            </a:xfrm>
            <a:custGeom>
              <a:avLst/>
              <a:gdLst/>
              <a:ahLst/>
              <a:cxnLst/>
              <a:rect r="r" b="b" t="t" l="l"/>
              <a:pathLst>
                <a:path h="8752332" w="7506082">
                  <a:moveTo>
                    <a:pt x="5843778" y="1274572"/>
                  </a:moveTo>
                  <a:cubicBezTo>
                    <a:pt x="5245608" y="715010"/>
                    <a:pt x="4464050" y="381000"/>
                    <a:pt x="3753104" y="381000"/>
                  </a:cubicBezTo>
                  <a:cubicBezTo>
                    <a:pt x="3042158" y="381000"/>
                    <a:pt x="2260600" y="715010"/>
                    <a:pt x="1662430" y="1274572"/>
                  </a:cubicBezTo>
                  <a:cubicBezTo>
                    <a:pt x="1000887" y="1893570"/>
                    <a:pt x="630047" y="2715133"/>
                    <a:pt x="618363" y="3588385"/>
                  </a:cubicBezTo>
                  <a:lnTo>
                    <a:pt x="618363" y="8371586"/>
                  </a:lnTo>
                  <a:lnTo>
                    <a:pt x="6887845" y="8371586"/>
                  </a:lnTo>
                  <a:lnTo>
                    <a:pt x="6887845" y="3588258"/>
                  </a:lnTo>
                  <a:cubicBezTo>
                    <a:pt x="6876161" y="2715133"/>
                    <a:pt x="6505321" y="1893570"/>
                    <a:pt x="5843778" y="1274572"/>
                  </a:cubicBezTo>
                  <a:close/>
                  <a:moveTo>
                    <a:pt x="6868795" y="8352536"/>
                  </a:moveTo>
                  <a:lnTo>
                    <a:pt x="637413" y="8352536"/>
                  </a:lnTo>
                  <a:lnTo>
                    <a:pt x="637413" y="3588512"/>
                  </a:lnTo>
                  <a:cubicBezTo>
                    <a:pt x="648970" y="2720721"/>
                    <a:pt x="1017651" y="1903857"/>
                    <a:pt x="1675384" y="1288542"/>
                  </a:cubicBezTo>
                  <a:cubicBezTo>
                    <a:pt x="2270252" y="732155"/>
                    <a:pt x="3046857" y="400050"/>
                    <a:pt x="3753104" y="400050"/>
                  </a:cubicBezTo>
                  <a:cubicBezTo>
                    <a:pt x="4459351" y="400050"/>
                    <a:pt x="5235956" y="732155"/>
                    <a:pt x="5830697" y="1288542"/>
                  </a:cubicBezTo>
                  <a:cubicBezTo>
                    <a:pt x="6488430" y="1903857"/>
                    <a:pt x="6857111" y="2720594"/>
                    <a:pt x="6868668" y="3588385"/>
                  </a:cubicBezTo>
                  <a:lnTo>
                    <a:pt x="6868668" y="8352536"/>
                  </a:lnTo>
                  <a:close/>
                  <a:moveTo>
                    <a:pt x="7440676" y="3732784"/>
                  </a:moveTo>
                  <a:cubicBezTo>
                    <a:pt x="7404100" y="3717544"/>
                    <a:pt x="7371208" y="3695446"/>
                    <a:pt x="7343013" y="3667506"/>
                  </a:cubicBezTo>
                  <a:cubicBezTo>
                    <a:pt x="7314693" y="3639439"/>
                    <a:pt x="7292468" y="3606800"/>
                    <a:pt x="7276973" y="3570351"/>
                  </a:cubicBezTo>
                  <a:cubicBezTo>
                    <a:pt x="7273544" y="3562223"/>
                    <a:pt x="7270496" y="3554095"/>
                    <a:pt x="7267830" y="3545840"/>
                  </a:cubicBezTo>
                  <a:cubicBezTo>
                    <a:pt x="7244843" y="2582164"/>
                    <a:pt x="6832727" y="1678178"/>
                    <a:pt x="6104128" y="996569"/>
                  </a:cubicBezTo>
                  <a:cubicBezTo>
                    <a:pt x="5437124" y="372491"/>
                    <a:pt x="4558157" y="0"/>
                    <a:pt x="3753104" y="0"/>
                  </a:cubicBezTo>
                  <a:cubicBezTo>
                    <a:pt x="2948051" y="0"/>
                    <a:pt x="2069084" y="372491"/>
                    <a:pt x="1402207" y="996442"/>
                  </a:cubicBezTo>
                  <a:cubicBezTo>
                    <a:pt x="663448" y="1687449"/>
                    <a:pt x="249809" y="2607056"/>
                    <a:pt x="237490" y="3586226"/>
                  </a:cubicBezTo>
                  <a:lnTo>
                    <a:pt x="237490" y="6819900"/>
                  </a:lnTo>
                  <a:cubicBezTo>
                    <a:pt x="234569" y="6829298"/>
                    <a:pt x="231394" y="6838569"/>
                    <a:pt x="227584" y="6847586"/>
                  </a:cubicBezTo>
                  <a:cubicBezTo>
                    <a:pt x="212344" y="6884162"/>
                    <a:pt x="190246" y="6917055"/>
                    <a:pt x="162306" y="6945249"/>
                  </a:cubicBezTo>
                  <a:cubicBezTo>
                    <a:pt x="134239" y="6973570"/>
                    <a:pt x="101600" y="6995795"/>
                    <a:pt x="65151" y="7011289"/>
                  </a:cubicBezTo>
                  <a:cubicBezTo>
                    <a:pt x="44069" y="7020306"/>
                    <a:pt x="22352" y="7026783"/>
                    <a:pt x="0" y="7030847"/>
                  </a:cubicBezTo>
                  <a:cubicBezTo>
                    <a:pt x="22352" y="7034784"/>
                    <a:pt x="44196" y="7041134"/>
                    <a:pt x="65278" y="7049897"/>
                  </a:cubicBezTo>
                  <a:cubicBezTo>
                    <a:pt x="101854" y="7065137"/>
                    <a:pt x="134747" y="7087235"/>
                    <a:pt x="162941" y="7115175"/>
                  </a:cubicBezTo>
                  <a:cubicBezTo>
                    <a:pt x="191262" y="7143242"/>
                    <a:pt x="213487" y="7175881"/>
                    <a:pt x="228981" y="7212330"/>
                  </a:cubicBezTo>
                  <a:cubicBezTo>
                    <a:pt x="232156" y="7219824"/>
                    <a:pt x="234950" y="7227443"/>
                    <a:pt x="237490" y="7235063"/>
                  </a:cubicBezTo>
                  <a:lnTo>
                    <a:pt x="237490" y="8709787"/>
                  </a:lnTo>
                  <a:cubicBezTo>
                    <a:pt x="237490" y="8733282"/>
                    <a:pt x="256540" y="8752332"/>
                    <a:pt x="280035" y="8752332"/>
                  </a:cubicBezTo>
                  <a:lnTo>
                    <a:pt x="7226427" y="8752332"/>
                  </a:lnTo>
                  <a:cubicBezTo>
                    <a:pt x="7249922" y="8752332"/>
                    <a:pt x="7268972" y="8733282"/>
                    <a:pt x="7268972" y="8709787"/>
                  </a:cubicBezTo>
                  <a:lnTo>
                    <a:pt x="7268972" y="3961765"/>
                  </a:lnTo>
                  <a:cubicBezTo>
                    <a:pt x="7271766" y="3952875"/>
                    <a:pt x="7274941" y="3943985"/>
                    <a:pt x="7278497" y="3935349"/>
                  </a:cubicBezTo>
                  <a:cubicBezTo>
                    <a:pt x="7293737" y="3898773"/>
                    <a:pt x="7315835" y="3865880"/>
                    <a:pt x="7343775" y="3837686"/>
                  </a:cubicBezTo>
                  <a:cubicBezTo>
                    <a:pt x="7371843" y="3809365"/>
                    <a:pt x="7404482" y="3787140"/>
                    <a:pt x="7440931" y="3771646"/>
                  </a:cubicBezTo>
                  <a:cubicBezTo>
                    <a:pt x="7462012" y="3762629"/>
                    <a:pt x="7483730" y="3756152"/>
                    <a:pt x="7506082" y="3752088"/>
                  </a:cubicBezTo>
                  <a:cubicBezTo>
                    <a:pt x="7483602" y="3748024"/>
                    <a:pt x="7461758" y="3741547"/>
                    <a:pt x="7440676" y="3732784"/>
                  </a:cubicBezTo>
                  <a:close/>
                  <a:moveTo>
                    <a:pt x="7249795" y="8710041"/>
                  </a:moveTo>
                  <a:cubicBezTo>
                    <a:pt x="7249795" y="8722995"/>
                    <a:pt x="7239254" y="8733536"/>
                    <a:pt x="7226300" y="8733536"/>
                  </a:cubicBezTo>
                  <a:lnTo>
                    <a:pt x="279908" y="8733536"/>
                  </a:lnTo>
                  <a:cubicBezTo>
                    <a:pt x="266954" y="8733536"/>
                    <a:pt x="256413" y="8722995"/>
                    <a:pt x="256413" y="8710041"/>
                  </a:cubicBezTo>
                  <a:lnTo>
                    <a:pt x="256413" y="7243699"/>
                  </a:lnTo>
                  <a:cubicBezTo>
                    <a:pt x="259588" y="7233158"/>
                    <a:pt x="263271" y="7222744"/>
                    <a:pt x="267462" y="7212457"/>
                  </a:cubicBezTo>
                  <a:cubicBezTo>
                    <a:pt x="282702" y="7175881"/>
                    <a:pt x="304800" y="7142988"/>
                    <a:pt x="332740" y="7114794"/>
                  </a:cubicBezTo>
                  <a:cubicBezTo>
                    <a:pt x="360807" y="7086473"/>
                    <a:pt x="393446" y="7064248"/>
                    <a:pt x="429895" y="7048753"/>
                  </a:cubicBezTo>
                  <a:cubicBezTo>
                    <a:pt x="450977" y="7039736"/>
                    <a:pt x="472694" y="7033260"/>
                    <a:pt x="495046" y="7029196"/>
                  </a:cubicBezTo>
                  <a:cubicBezTo>
                    <a:pt x="472694" y="7025259"/>
                    <a:pt x="450850" y="7018909"/>
                    <a:pt x="429768" y="7010146"/>
                  </a:cubicBezTo>
                  <a:cubicBezTo>
                    <a:pt x="393192" y="6994906"/>
                    <a:pt x="360299" y="6972808"/>
                    <a:pt x="332105" y="6944868"/>
                  </a:cubicBezTo>
                  <a:cubicBezTo>
                    <a:pt x="303784" y="6916800"/>
                    <a:pt x="281559" y="6884161"/>
                    <a:pt x="266065" y="6847712"/>
                  </a:cubicBezTo>
                  <a:cubicBezTo>
                    <a:pt x="262382" y="6839076"/>
                    <a:pt x="259207" y="6830440"/>
                    <a:pt x="256413" y="6821550"/>
                  </a:cubicBezTo>
                  <a:lnTo>
                    <a:pt x="256413" y="3585972"/>
                  </a:lnTo>
                  <a:cubicBezTo>
                    <a:pt x="268732" y="2612517"/>
                    <a:pt x="680212" y="1697863"/>
                    <a:pt x="1415161" y="1010285"/>
                  </a:cubicBezTo>
                  <a:cubicBezTo>
                    <a:pt x="2078736" y="389636"/>
                    <a:pt x="2952750" y="19050"/>
                    <a:pt x="3753104" y="19050"/>
                  </a:cubicBezTo>
                  <a:cubicBezTo>
                    <a:pt x="4553458" y="19050"/>
                    <a:pt x="5427472" y="389636"/>
                    <a:pt x="6091047" y="1010285"/>
                  </a:cubicBezTo>
                  <a:cubicBezTo>
                    <a:pt x="6814693" y="1687195"/>
                    <a:pt x="7224395" y="2584450"/>
                    <a:pt x="7248652" y="3541395"/>
                  </a:cubicBezTo>
                  <a:cubicBezTo>
                    <a:pt x="7245732" y="3551174"/>
                    <a:pt x="7242302" y="3560826"/>
                    <a:pt x="7238238" y="3570351"/>
                  </a:cubicBezTo>
                  <a:cubicBezTo>
                    <a:pt x="7222998" y="3606927"/>
                    <a:pt x="7200900" y="3639820"/>
                    <a:pt x="7172960" y="3668014"/>
                  </a:cubicBezTo>
                  <a:cubicBezTo>
                    <a:pt x="7145020" y="3696208"/>
                    <a:pt x="7112254" y="3718560"/>
                    <a:pt x="7075805" y="3734054"/>
                  </a:cubicBezTo>
                  <a:cubicBezTo>
                    <a:pt x="7054723" y="3743071"/>
                    <a:pt x="7033006" y="3749548"/>
                    <a:pt x="7010654" y="3753612"/>
                  </a:cubicBezTo>
                  <a:cubicBezTo>
                    <a:pt x="7033006" y="3757549"/>
                    <a:pt x="7054850" y="3763899"/>
                    <a:pt x="7075932" y="3772662"/>
                  </a:cubicBezTo>
                  <a:cubicBezTo>
                    <a:pt x="7112508" y="3787903"/>
                    <a:pt x="7145401" y="3810000"/>
                    <a:pt x="7173595" y="3837941"/>
                  </a:cubicBezTo>
                  <a:cubicBezTo>
                    <a:pt x="7201916" y="3866007"/>
                    <a:pt x="7224141" y="3898647"/>
                    <a:pt x="7239635" y="3935095"/>
                  </a:cubicBezTo>
                  <a:cubicBezTo>
                    <a:pt x="7243445" y="3944112"/>
                    <a:pt x="7246747" y="3953256"/>
                    <a:pt x="7249668" y="3962400"/>
                  </a:cubicBezTo>
                  <a:lnTo>
                    <a:pt x="7249795" y="8710041"/>
                  </a:lnTo>
                  <a:lnTo>
                    <a:pt x="7249795" y="8710041"/>
                  </a:lnTo>
                  <a:close/>
                </a:path>
              </a:pathLst>
            </a:custGeom>
            <a:solidFill>
              <a:srgbClr val="FFFFFF"/>
            </a:solidFill>
          </p:spPr>
        </p:sp>
      </p:grpSp>
      <p:sp>
        <p:nvSpPr>
          <p:cNvPr name="Freeform 9" id="9"/>
          <p:cNvSpPr/>
          <p:nvPr/>
        </p:nvSpPr>
        <p:spPr>
          <a:xfrm flipH="false" flipV="false" rot="0">
            <a:off x="1028700" y="3780744"/>
            <a:ext cx="1110073" cy="1110073"/>
          </a:xfrm>
          <a:custGeom>
            <a:avLst/>
            <a:gdLst/>
            <a:ahLst/>
            <a:cxnLst/>
            <a:rect r="r" b="b" t="t" l="l"/>
            <a:pathLst>
              <a:path h="1110073" w="1110073">
                <a:moveTo>
                  <a:pt x="0" y="0"/>
                </a:moveTo>
                <a:lnTo>
                  <a:pt x="1110073" y="0"/>
                </a:lnTo>
                <a:lnTo>
                  <a:pt x="1110073" y="1110072"/>
                </a:lnTo>
                <a:lnTo>
                  <a:pt x="0" y="1110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5747891"/>
            <a:ext cx="1110073" cy="1110073"/>
          </a:xfrm>
          <a:custGeom>
            <a:avLst/>
            <a:gdLst/>
            <a:ahLst/>
            <a:cxnLst/>
            <a:rect r="r" b="b" t="t" l="l"/>
            <a:pathLst>
              <a:path h="1110073" w="1110073">
                <a:moveTo>
                  <a:pt x="0" y="0"/>
                </a:moveTo>
                <a:lnTo>
                  <a:pt x="1110073" y="0"/>
                </a:lnTo>
                <a:lnTo>
                  <a:pt x="1110073" y="1110073"/>
                </a:lnTo>
                <a:lnTo>
                  <a:pt x="0" y="1110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8700" y="7715039"/>
            <a:ext cx="1110073" cy="1110073"/>
          </a:xfrm>
          <a:custGeom>
            <a:avLst/>
            <a:gdLst/>
            <a:ahLst/>
            <a:cxnLst/>
            <a:rect r="r" b="b" t="t" l="l"/>
            <a:pathLst>
              <a:path h="1110073" w="1110073">
                <a:moveTo>
                  <a:pt x="0" y="0"/>
                </a:moveTo>
                <a:lnTo>
                  <a:pt x="1110073" y="0"/>
                </a:lnTo>
                <a:lnTo>
                  <a:pt x="1110073" y="1110073"/>
                </a:lnTo>
                <a:lnTo>
                  <a:pt x="0" y="1110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534862" y="1112342"/>
            <a:ext cx="7363041" cy="2142633"/>
          </a:xfrm>
          <a:prstGeom prst="rect">
            <a:avLst/>
          </a:prstGeom>
        </p:spPr>
        <p:txBody>
          <a:bodyPr anchor="t" rtlCol="false" tIns="0" lIns="0" bIns="0" rIns="0">
            <a:spAutoFit/>
          </a:bodyPr>
          <a:lstStyle/>
          <a:p>
            <a:pPr algn="ctr">
              <a:lnSpc>
                <a:spcPts val="15711"/>
              </a:lnSpc>
            </a:pPr>
            <a:r>
              <a:rPr lang="en-US" sz="11222" b="true">
                <a:solidFill>
                  <a:srgbClr val="FFFFFF"/>
                </a:solidFill>
                <a:latin typeface="The Seasons Bold"/>
                <a:ea typeface="The Seasons Bold"/>
                <a:cs typeface="The Seasons Bold"/>
                <a:sym typeface="The Seasons Bold"/>
              </a:rPr>
              <a:t>K</a:t>
            </a:r>
            <a:r>
              <a:rPr lang="en-US" b="true" sz="11222">
                <a:solidFill>
                  <a:srgbClr val="FFFFFF"/>
                </a:solidFill>
                <a:latin typeface="The Seasons Bold"/>
                <a:ea typeface="The Seasons Bold"/>
                <a:cs typeface="The Seasons Bold"/>
                <a:sym typeface="The Seasons Bold"/>
              </a:rPr>
              <a:t>ey Points </a:t>
            </a:r>
          </a:p>
        </p:txBody>
      </p:sp>
      <p:sp>
        <p:nvSpPr>
          <p:cNvPr name="TextBox 13" id="13"/>
          <p:cNvSpPr txBox="true"/>
          <p:nvPr/>
        </p:nvSpPr>
        <p:spPr>
          <a:xfrm rot="0">
            <a:off x="2534862" y="3489960"/>
            <a:ext cx="9092220" cy="16535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TextBox 14" id="14"/>
          <p:cNvSpPr txBox="true"/>
          <p:nvPr/>
        </p:nvSpPr>
        <p:spPr>
          <a:xfrm rot="0">
            <a:off x="2534862" y="5457108"/>
            <a:ext cx="9092220" cy="16535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TextBox 15" id="15"/>
          <p:cNvSpPr txBox="true"/>
          <p:nvPr/>
        </p:nvSpPr>
        <p:spPr>
          <a:xfrm rot="0">
            <a:off x="2534862" y="7424256"/>
            <a:ext cx="9092220" cy="16535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Freeform 16" id="16"/>
          <p:cNvSpPr/>
          <p:nvPr/>
        </p:nvSpPr>
        <p:spPr>
          <a:xfrm flipH="false" flipV="false" rot="-981305">
            <a:off x="15345410" y="331354"/>
            <a:ext cx="5795496" cy="8008851"/>
          </a:xfrm>
          <a:custGeom>
            <a:avLst/>
            <a:gdLst/>
            <a:ahLst/>
            <a:cxnLst/>
            <a:rect r="r" b="b" t="t" l="l"/>
            <a:pathLst>
              <a:path h="8008851" w="5795496">
                <a:moveTo>
                  <a:pt x="0" y="0"/>
                </a:moveTo>
                <a:lnTo>
                  <a:pt x="5795495" y="0"/>
                </a:lnTo>
                <a:lnTo>
                  <a:pt x="5795495" y="8008852"/>
                </a:lnTo>
                <a:lnTo>
                  <a:pt x="0" y="8008852"/>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true" flipV="false" rot="4331829">
            <a:off x="-643716" y="885292"/>
            <a:ext cx="3958691" cy="4380845"/>
          </a:xfrm>
          <a:custGeom>
            <a:avLst/>
            <a:gdLst/>
            <a:ahLst/>
            <a:cxnLst/>
            <a:rect r="r" b="b" t="t" l="l"/>
            <a:pathLst>
              <a:path h="4380845" w="3958691">
                <a:moveTo>
                  <a:pt x="3958692" y="0"/>
                </a:moveTo>
                <a:lnTo>
                  <a:pt x="0" y="0"/>
                </a:lnTo>
                <a:lnTo>
                  <a:pt x="0" y="4380845"/>
                </a:lnTo>
                <a:lnTo>
                  <a:pt x="3958692" y="4380845"/>
                </a:lnTo>
                <a:lnTo>
                  <a:pt x="3958692" y="0"/>
                </a:lnTo>
                <a:close/>
              </a:path>
            </a:pathLst>
          </a:custGeom>
          <a:blipFill>
            <a:blip r:embed="rId3"/>
            <a:stretch>
              <a:fillRect l="0" t="0" r="0" b="0"/>
            </a:stretch>
          </a:blipFill>
        </p:spPr>
      </p:sp>
      <p:sp>
        <p:nvSpPr>
          <p:cNvPr name="Freeform 4" id="4"/>
          <p:cNvSpPr/>
          <p:nvPr/>
        </p:nvSpPr>
        <p:spPr>
          <a:xfrm flipH="false" flipV="false" rot="10175174">
            <a:off x="15317467" y="5673581"/>
            <a:ext cx="3883665" cy="4297819"/>
          </a:xfrm>
          <a:custGeom>
            <a:avLst/>
            <a:gdLst/>
            <a:ahLst/>
            <a:cxnLst/>
            <a:rect r="r" b="b" t="t" l="l"/>
            <a:pathLst>
              <a:path h="4297819" w="3883665">
                <a:moveTo>
                  <a:pt x="0" y="0"/>
                </a:moveTo>
                <a:lnTo>
                  <a:pt x="3883666" y="0"/>
                </a:lnTo>
                <a:lnTo>
                  <a:pt x="3883666" y="4297819"/>
                </a:lnTo>
                <a:lnTo>
                  <a:pt x="0" y="4297819"/>
                </a:lnTo>
                <a:lnTo>
                  <a:pt x="0" y="0"/>
                </a:lnTo>
                <a:close/>
              </a:path>
            </a:pathLst>
          </a:custGeom>
          <a:blipFill>
            <a:blip r:embed="rId3"/>
            <a:stretch>
              <a:fillRect l="0" t="0" r="0" b="0"/>
            </a:stretch>
          </a:blipFill>
        </p:spPr>
      </p:sp>
      <p:grpSp>
        <p:nvGrpSpPr>
          <p:cNvPr name="Group 5" id="5"/>
          <p:cNvGrpSpPr>
            <a:grpSpLocks noChangeAspect="true"/>
          </p:cNvGrpSpPr>
          <p:nvPr/>
        </p:nvGrpSpPr>
        <p:grpSpPr>
          <a:xfrm rot="0">
            <a:off x="1755997" y="2928090"/>
            <a:ext cx="3694001" cy="4859784"/>
            <a:chOff x="0" y="0"/>
            <a:chExt cx="6665341" cy="8768842"/>
          </a:xfrm>
        </p:grpSpPr>
        <p:sp>
          <p:nvSpPr>
            <p:cNvPr name="Freeform 6" id="6"/>
            <p:cNvSpPr/>
            <p:nvPr/>
          </p:nvSpPr>
          <p:spPr>
            <a:xfrm flipH="false" flipV="false" rot="0">
              <a:off x="652633" y="402042"/>
              <a:ext cx="5359949" cy="7964758"/>
            </a:xfrm>
            <a:custGeom>
              <a:avLst/>
              <a:gdLst/>
              <a:ahLst/>
              <a:cxnLst/>
              <a:rect r="r" b="b" t="t" l="l"/>
              <a:pathLst>
                <a:path h="7964758" w="5359949">
                  <a:moveTo>
                    <a:pt x="2679974" y="40"/>
                  </a:moveTo>
                  <a:cubicBezTo>
                    <a:pt x="1723941" y="-6342"/>
                    <a:pt x="838696" y="751289"/>
                    <a:pt x="359441" y="1986051"/>
                  </a:cubicBezTo>
                  <a:cubicBezTo>
                    <a:pt x="-119814" y="3220812"/>
                    <a:pt x="-119814" y="4743946"/>
                    <a:pt x="359441" y="5978707"/>
                  </a:cubicBezTo>
                  <a:cubicBezTo>
                    <a:pt x="838696" y="7213469"/>
                    <a:pt x="1723941" y="7971100"/>
                    <a:pt x="2679974" y="7964718"/>
                  </a:cubicBezTo>
                  <a:cubicBezTo>
                    <a:pt x="3636007" y="7971100"/>
                    <a:pt x="4521252" y="7213469"/>
                    <a:pt x="5000507" y="5978707"/>
                  </a:cubicBezTo>
                  <a:cubicBezTo>
                    <a:pt x="5479762" y="4743946"/>
                    <a:pt x="5479762" y="3220812"/>
                    <a:pt x="5000507" y="1986051"/>
                  </a:cubicBezTo>
                  <a:cubicBezTo>
                    <a:pt x="4521252" y="751289"/>
                    <a:pt x="3636007" y="-6342"/>
                    <a:pt x="2679974" y="40"/>
                  </a:cubicBezTo>
                  <a:close/>
                </a:path>
              </a:pathLst>
            </a:custGeom>
            <a:blipFill>
              <a:blip r:embed="rId4"/>
              <a:stretch>
                <a:fillRect l="-5656" t="0" r="-5656" b="0"/>
              </a:stretch>
            </a:blipFill>
          </p:spPr>
        </p:sp>
        <p:sp>
          <p:nvSpPr>
            <p:cNvPr name="Freeform 7" id="7"/>
            <p:cNvSpPr/>
            <p:nvPr/>
          </p:nvSpPr>
          <p:spPr>
            <a:xfrm flipH="false" flipV="false" rot="0">
              <a:off x="274066" y="11557"/>
              <a:ext cx="6117082" cy="8745601"/>
            </a:xfrm>
            <a:custGeom>
              <a:avLst/>
              <a:gdLst/>
              <a:ahLst/>
              <a:cxnLst/>
              <a:rect r="r" b="b" t="t" l="l"/>
              <a:pathLst>
                <a:path h="8745601" w="6117082">
                  <a:moveTo>
                    <a:pt x="5630672" y="1993392"/>
                  </a:moveTo>
                  <a:cubicBezTo>
                    <a:pt x="5626989" y="1895348"/>
                    <a:pt x="5656072" y="1784604"/>
                    <a:pt x="5773039" y="1703070"/>
                  </a:cubicBezTo>
                  <a:cubicBezTo>
                    <a:pt x="5638038" y="1748282"/>
                    <a:pt x="5531866" y="1705610"/>
                    <a:pt x="5455412" y="1644142"/>
                  </a:cubicBezTo>
                  <a:cubicBezTo>
                    <a:pt x="5396992" y="1539113"/>
                    <a:pt x="5335143" y="1437386"/>
                    <a:pt x="5269611" y="1339596"/>
                  </a:cubicBezTo>
                  <a:cubicBezTo>
                    <a:pt x="4994021" y="928243"/>
                    <a:pt x="4669663" y="603123"/>
                    <a:pt x="4305554" y="373253"/>
                  </a:cubicBezTo>
                  <a:cubicBezTo>
                    <a:pt x="3913251" y="125603"/>
                    <a:pt x="3493770" y="0"/>
                    <a:pt x="3058541" y="0"/>
                  </a:cubicBezTo>
                  <a:cubicBezTo>
                    <a:pt x="2623439" y="0"/>
                    <a:pt x="2203831" y="125603"/>
                    <a:pt x="1811528" y="373253"/>
                  </a:cubicBezTo>
                  <a:cubicBezTo>
                    <a:pt x="1447419" y="603123"/>
                    <a:pt x="1123061" y="928243"/>
                    <a:pt x="847471" y="1339596"/>
                  </a:cubicBezTo>
                  <a:cubicBezTo>
                    <a:pt x="300990" y="2155317"/>
                    <a:pt x="0" y="3232531"/>
                    <a:pt x="0" y="4372864"/>
                  </a:cubicBezTo>
                  <a:cubicBezTo>
                    <a:pt x="0" y="5229860"/>
                    <a:pt x="170053" y="6051169"/>
                    <a:pt x="486537" y="6752590"/>
                  </a:cubicBezTo>
                  <a:cubicBezTo>
                    <a:pt x="490093" y="6850633"/>
                    <a:pt x="460883" y="6961124"/>
                    <a:pt x="344043" y="7042404"/>
                  </a:cubicBezTo>
                  <a:cubicBezTo>
                    <a:pt x="479044" y="6997319"/>
                    <a:pt x="585216" y="7039991"/>
                    <a:pt x="661670" y="7101459"/>
                  </a:cubicBezTo>
                  <a:cubicBezTo>
                    <a:pt x="720090" y="7206488"/>
                    <a:pt x="781939" y="7308216"/>
                    <a:pt x="847471" y="7406005"/>
                  </a:cubicBezTo>
                  <a:cubicBezTo>
                    <a:pt x="1123061" y="7817358"/>
                    <a:pt x="1447419" y="8142478"/>
                    <a:pt x="1811528" y="8372348"/>
                  </a:cubicBezTo>
                  <a:cubicBezTo>
                    <a:pt x="2203831" y="8619998"/>
                    <a:pt x="2623312" y="8745601"/>
                    <a:pt x="3058541" y="8745601"/>
                  </a:cubicBezTo>
                  <a:cubicBezTo>
                    <a:pt x="3493770" y="8745601"/>
                    <a:pt x="3913251" y="8619998"/>
                    <a:pt x="4305554" y="8372348"/>
                  </a:cubicBezTo>
                  <a:cubicBezTo>
                    <a:pt x="4669663" y="8142479"/>
                    <a:pt x="4994021" y="7817358"/>
                    <a:pt x="5269611" y="7406006"/>
                  </a:cubicBezTo>
                  <a:cubicBezTo>
                    <a:pt x="5816092" y="6590285"/>
                    <a:pt x="6117082" y="5513071"/>
                    <a:pt x="6117082" y="4372738"/>
                  </a:cubicBezTo>
                  <a:cubicBezTo>
                    <a:pt x="6117082" y="3515995"/>
                    <a:pt x="5947156" y="2694813"/>
                    <a:pt x="5630672" y="1993392"/>
                  </a:cubicBezTo>
                  <a:close/>
                  <a:moveTo>
                    <a:pt x="5253736" y="7395464"/>
                  </a:moveTo>
                  <a:cubicBezTo>
                    <a:pt x="4979670" y="7804531"/>
                    <a:pt x="4657217" y="8127873"/>
                    <a:pt x="4295394" y="8356219"/>
                  </a:cubicBezTo>
                  <a:cubicBezTo>
                    <a:pt x="3906139" y="8601964"/>
                    <a:pt x="3490087" y="8726551"/>
                    <a:pt x="3058541" y="8726551"/>
                  </a:cubicBezTo>
                  <a:cubicBezTo>
                    <a:pt x="2626995" y="8726551"/>
                    <a:pt x="2210944" y="8601964"/>
                    <a:pt x="1821688" y="8356219"/>
                  </a:cubicBezTo>
                  <a:cubicBezTo>
                    <a:pt x="1459865" y="8127746"/>
                    <a:pt x="1137412" y="7804531"/>
                    <a:pt x="863346" y="7395464"/>
                  </a:cubicBezTo>
                  <a:cubicBezTo>
                    <a:pt x="798957" y="7299325"/>
                    <a:pt x="738124" y="7199376"/>
                    <a:pt x="680593" y="7096252"/>
                  </a:cubicBezTo>
                  <a:cubicBezTo>
                    <a:pt x="676021" y="6997192"/>
                    <a:pt x="704342" y="6884543"/>
                    <a:pt x="822960" y="6802120"/>
                  </a:cubicBezTo>
                  <a:cubicBezTo>
                    <a:pt x="685927" y="6847967"/>
                    <a:pt x="578485" y="6803263"/>
                    <a:pt x="501777" y="6740271"/>
                  </a:cubicBezTo>
                  <a:cubicBezTo>
                    <a:pt x="187706" y="6042279"/>
                    <a:pt x="19050" y="5225288"/>
                    <a:pt x="19050" y="4372864"/>
                  </a:cubicBezTo>
                  <a:cubicBezTo>
                    <a:pt x="19050" y="3236341"/>
                    <a:pt x="318897" y="2162810"/>
                    <a:pt x="863347" y="1350137"/>
                  </a:cubicBezTo>
                  <a:cubicBezTo>
                    <a:pt x="1137413" y="941070"/>
                    <a:pt x="1459866" y="617728"/>
                    <a:pt x="1821689" y="389382"/>
                  </a:cubicBezTo>
                  <a:cubicBezTo>
                    <a:pt x="2210944" y="143637"/>
                    <a:pt x="2626996" y="19050"/>
                    <a:pt x="3058541" y="19050"/>
                  </a:cubicBezTo>
                  <a:cubicBezTo>
                    <a:pt x="3490087" y="19050"/>
                    <a:pt x="3906139" y="143637"/>
                    <a:pt x="4295395" y="389382"/>
                  </a:cubicBezTo>
                  <a:cubicBezTo>
                    <a:pt x="4657217" y="617855"/>
                    <a:pt x="4979671" y="941070"/>
                    <a:pt x="5253737" y="1350137"/>
                  </a:cubicBezTo>
                  <a:cubicBezTo>
                    <a:pt x="5318126" y="1446276"/>
                    <a:pt x="5379085" y="1546225"/>
                    <a:pt x="5436490" y="1649349"/>
                  </a:cubicBezTo>
                  <a:cubicBezTo>
                    <a:pt x="5441062" y="1748409"/>
                    <a:pt x="5412741" y="1861058"/>
                    <a:pt x="5294250" y="1943608"/>
                  </a:cubicBezTo>
                  <a:cubicBezTo>
                    <a:pt x="5431156" y="1897888"/>
                    <a:pt x="5538471" y="1942338"/>
                    <a:pt x="5615178" y="2005203"/>
                  </a:cubicBezTo>
                  <a:cubicBezTo>
                    <a:pt x="5929250" y="2703322"/>
                    <a:pt x="6098032" y="3520440"/>
                    <a:pt x="6098032" y="4372991"/>
                  </a:cubicBezTo>
                  <a:cubicBezTo>
                    <a:pt x="6098032" y="5509387"/>
                    <a:pt x="5798185" y="6582918"/>
                    <a:pt x="5253736" y="7395464"/>
                  </a:cubicBezTo>
                  <a:close/>
                  <a:moveTo>
                    <a:pt x="4953000" y="1551686"/>
                  </a:moveTo>
                  <a:cubicBezTo>
                    <a:pt x="4447286" y="796798"/>
                    <a:pt x="3774440" y="381127"/>
                    <a:pt x="3058541" y="381127"/>
                  </a:cubicBezTo>
                  <a:cubicBezTo>
                    <a:pt x="2342642" y="381127"/>
                    <a:pt x="1669796" y="796798"/>
                    <a:pt x="1164082" y="1551686"/>
                  </a:cubicBezTo>
                  <a:cubicBezTo>
                    <a:pt x="659130" y="2305431"/>
                    <a:pt x="381000" y="3307334"/>
                    <a:pt x="381000" y="4372864"/>
                  </a:cubicBezTo>
                  <a:cubicBezTo>
                    <a:pt x="381000" y="5438394"/>
                    <a:pt x="659130" y="6440296"/>
                    <a:pt x="1164082" y="7194042"/>
                  </a:cubicBezTo>
                  <a:cubicBezTo>
                    <a:pt x="1669796" y="7948930"/>
                    <a:pt x="2342642" y="8364601"/>
                    <a:pt x="3058541" y="8364601"/>
                  </a:cubicBezTo>
                  <a:cubicBezTo>
                    <a:pt x="3774440" y="8364601"/>
                    <a:pt x="4447286" y="7948930"/>
                    <a:pt x="4952999" y="7194042"/>
                  </a:cubicBezTo>
                  <a:cubicBezTo>
                    <a:pt x="5457952" y="6440297"/>
                    <a:pt x="5736081" y="5438394"/>
                    <a:pt x="5736081" y="4372864"/>
                  </a:cubicBezTo>
                  <a:cubicBezTo>
                    <a:pt x="5736082" y="3307334"/>
                    <a:pt x="5457952" y="2305431"/>
                    <a:pt x="4953000" y="1551686"/>
                  </a:cubicBezTo>
                  <a:close/>
                  <a:moveTo>
                    <a:pt x="4937252" y="7183501"/>
                  </a:moveTo>
                  <a:cubicBezTo>
                    <a:pt x="4435221" y="7932928"/>
                    <a:pt x="3767963" y="8345678"/>
                    <a:pt x="3058668" y="8345678"/>
                  </a:cubicBezTo>
                  <a:cubicBezTo>
                    <a:pt x="2349246" y="8345678"/>
                    <a:pt x="1682115" y="7932928"/>
                    <a:pt x="1180084" y="7183501"/>
                  </a:cubicBezTo>
                  <a:cubicBezTo>
                    <a:pt x="677164" y="6432931"/>
                    <a:pt x="400304" y="5434711"/>
                    <a:pt x="400304" y="4372864"/>
                  </a:cubicBezTo>
                  <a:cubicBezTo>
                    <a:pt x="400304" y="3311017"/>
                    <a:pt x="677291" y="2312797"/>
                    <a:pt x="1180084" y="1562227"/>
                  </a:cubicBezTo>
                  <a:cubicBezTo>
                    <a:pt x="1682242" y="812800"/>
                    <a:pt x="2349373" y="400050"/>
                    <a:pt x="3058668" y="400050"/>
                  </a:cubicBezTo>
                  <a:cubicBezTo>
                    <a:pt x="3768090" y="400050"/>
                    <a:pt x="4435221" y="812800"/>
                    <a:pt x="4937252" y="1562227"/>
                  </a:cubicBezTo>
                  <a:cubicBezTo>
                    <a:pt x="5440172" y="2312797"/>
                    <a:pt x="5717031" y="3311017"/>
                    <a:pt x="5717031" y="4372864"/>
                  </a:cubicBezTo>
                  <a:cubicBezTo>
                    <a:pt x="5717032" y="5434711"/>
                    <a:pt x="5440045" y="6432804"/>
                    <a:pt x="4937252" y="7183501"/>
                  </a:cubicBezTo>
                  <a:close/>
                </a:path>
              </a:pathLst>
            </a:custGeom>
            <a:solidFill>
              <a:srgbClr val="69765E"/>
            </a:solidFill>
          </p:spPr>
        </p:sp>
      </p:grpSp>
      <p:grpSp>
        <p:nvGrpSpPr>
          <p:cNvPr name="Group 8" id="8"/>
          <p:cNvGrpSpPr>
            <a:grpSpLocks noChangeAspect="true"/>
          </p:cNvGrpSpPr>
          <p:nvPr/>
        </p:nvGrpSpPr>
        <p:grpSpPr>
          <a:xfrm rot="0">
            <a:off x="5449999" y="2928090"/>
            <a:ext cx="3694001" cy="4859784"/>
            <a:chOff x="0" y="0"/>
            <a:chExt cx="6665341" cy="8768842"/>
          </a:xfrm>
        </p:grpSpPr>
        <p:sp>
          <p:nvSpPr>
            <p:cNvPr name="Freeform 9" id="9"/>
            <p:cNvSpPr/>
            <p:nvPr/>
          </p:nvSpPr>
          <p:spPr>
            <a:xfrm flipH="false" flipV="false" rot="0">
              <a:off x="652633" y="402042"/>
              <a:ext cx="5359949" cy="7964758"/>
            </a:xfrm>
            <a:custGeom>
              <a:avLst/>
              <a:gdLst/>
              <a:ahLst/>
              <a:cxnLst/>
              <a:rect r="r" b="b" t="t" l="l"/>
              <a:pathLst>
                <a:path h="7964758" w="5359949">
                  <a:moveTo>
                    <a:pt x="2679974" y="40"/>
                  </a:moveTo>
                  <a:cubicBezTo>
                    <a:pt x="1723941" y="-6342"/>
                    <a:pt x="838696" y="751289"/>
                    <a:pt x="359441" y="1986051"/>
                  </a:cubicBezTo>
                  <a:cubicBezTo>
                    <a:pt x="-119814" y="3220812"/>
                    <a:pt x="-119814" y="4743946"/>
                    <a:pt x="359441" y="5978707"/>
                  </a:cubicBezTo>
                  <a:cubicBezTo>
                    <a:pt x="838696" y="7213469"/>
                    <a:pt x="1723941" y="7971100"/>
                    <a:pt x="2679974" y="7964718"/>
                  </a:cubicBezTo>
                  <a:cubicBezTo>
                    <a:pt x="3636007" y="7971100"/>
                    <a:pt x="4521252" y="7213469"/>
                    <a:pt x="5000507" y="5978707"/>
                  </a:cubicBezTo>
                  <a:cubicBezTo>
                    <a:pt x="5479762" y="4743946"/>
                    <a:pt x="5479762" y="3220812"/>
                    <a:pt x="5000507" y="1986051"/>
                  </a:cubicBezTo>
                  <a:cubicBezTo>
                    <a:pt x="4521252" y="751289"/>
                    <a:pt x="3636007" y="-6342"/>
                    <a:pt x="2679974" y="40"/>
                  </a:cubicBezTo>
                  <a:close/>
                </a:path>
              </a:pathLst>
            </a:custGeom>
            <a:blipFill>
              <a:blip r:embed="rId5"/>
              <a:stretch>
                <a:fillRect l="-61345" t="0" r="-61345" b="0"/>
              </a:stretch>
            </a:blipFill>
          </p:spPr>
        </p:sp>
        <p:sp>
          <p:nvSpPr>
            <p:cNvPr name="Freeform 10" id="10"/>
            <p:cNvSpPr/>
            <p:nvPr/>
          </p:nvSpPr>
          <p:spPr>
            <a:xfrm flipH="false" flipV="false" rot="0">
              <a:off x="274066" y="11557"/>
              <a:ext cx="6117082" cy="8745601"/>
            </a:xfrm>
            <a:custGeom>
              <a:avLst/>
              <a:gdLst/>
              <a:ahLst/>
              <a:cxnLst/>
              <a:rect r="r" b="b" t="t" l="l"/>
              <a:pathLst>
                <a:path h="8745601" w="6117082">
                  <a:moveTo>
                    <a:pt x="5630672" y="1993392"/>
                  </a:moveTo>
                  <a:cubicBezTo>
                    <a:pt x="5626989" y="1895348"/>
                    <a:pt x="5656072" y="1784604"/>
                    <a:pt x="5773039" y="1703070"/>
                  </a:cubicBezTo>
                  <a:cubicBezTo>
                    <a:pt x="5638038" y="1748282"/>
                    <a:pt x="5531866" y="1705610"/>
                    <a:pt x="5455412" y="1644142"/>
                  </a:cubicBezTo>
                  <a:cubicBezTo>
                    <a:pt x="5396992" y="1539113"/>
                    <a:pt x="5335143" y="1437386"/>
                    <a:pt x="5269611" y="1339596"/>
                  </a:cubicBezTo>
                  <a:cubicBezTo>
                    <a:pt x="4994021" y="928243"/>
                    <a:pt x="4669663" y="603123"/>
                    <a:pt x="4305554" y="373253"/>
                  </a:cubicBezTo>
                  <a:cubicBezTo>
                    <a:pt x="3913251" y="125603"/>
                    <a:pt x="3493770" y="0"/>
                    <a:pt x="3058541" y="0"/>
                  </a:cubicBezTo>
                  <a:cubicBezTo>
                    <a:pt x="2623439" y="0"/>
                    <a:pt x="2203831" y="125603"/>
                    <a:pt x="1811528" y="373253"/>
                  </a:cubicBezTo>
                  <a:cubicBezTo>
                    <a:pt x="1447419" y="603123"/>
                    <a:pt x="1123061" y="928243"/>
                    <a:pt x="847471" y="1339596"/>
                  </a:cubicBezTo>
                  <a:cubicBezTo>
                    <a:pt x="300990" y="2155317"/>
                    <a:pt x="0" y="3232531"/>
                    <a:pt x="0" y="4372864"/>
                  </a:cubicBezTo>
                  <a:cubicBezTo>
                    <a:pt x="0" y="5229860"/>
                    <a:pt x="170053" y="6051169"/>
                    <a:pt x="486537" y="6752590"/>
                  </a:cubicBezTo>
                  <a:cubicBezTo>
                    <a:pt x="490093" y="6850633"/>
                    <a:pt x="460883" y="6961124"/>
                    <a:pt x="344043" y="7042404"/>
                  </a:cubicBezTo>
                  <a:cubicBezTo>
                    <a:pt x="479044" y="6997319"/>
                    <a:pt x="585216" y="7039991"/>
                    <a:pt x="661670" y="7101459"/>
                  </a:cubicBezTo>
                  <a:cubicBezTo>
                    <a:pt x="720090" y="7206488"/>
                    <a:pt x="781939" y="7308216"/>
                    <a:pt x="847471" y="7406005"/>
                  </a:cubicBezTo>
                  <a:cubicBezTo>
                    <a:pt x="1123061" y="7817358"/>
                    <a:pt x="1447419" y="8142478"/>
                    <a:pt x="1811528" y="8372348"/>
                  </a:cubicBezTo>
                  <a:cubicBezTo>
                    <a:pt x="2203831" y="8619998"/>
                    <a:pt x="2623312" y="8745601"/>
                    <a:pt x="3058541" y="8745601"/>
                  </a:cubicBezTo>
                  <a:cubicBezTo>
                    <a:pt x="3493770" y="8745601"/>
                    <a:pt x="3913251" y="8619998"/>
                    <a:pt x="4305554" y="8372348"/>
                  </a:cubicBezTo>
                  <a:cubicBezTo>
                    <a:pt x="4669663" y="8142479"/>
                    <a:pt x="4994021" y="7817358"/>
                    <a:pt x="5269611" y="7406006"/>
                  </a:cubicBezTo>
                  <a:cubicBezTo>
                    <a:pt x="5816092" y="6590285"/>
                    <a:pt x="6117082" y="5513071"/>
                    <a:pt x="6117082" y="4372738"/>
                  </a:cubicBezTo>
                  <a:cubicBezTo>
                    <a:pt x="6117082" y="3515995"/>
                    <a:pt x="5947156" y="2694813"/>
                    <a:pt x="5630672" y="1993392"/>
                  </a:cubicBezTo>
                  <a:close/>
                  <a:moveTo>
                    <a:pt x="5253736" y="7395464"/>
                  </a:moveTo>
                  <a:cubicBezTo>
                    <a:pt x="4979670" y="7804531"/>
                    <a:pt x="4657217" y="8127873"/>
                    <a:pt x="4295394" y="8356219"/>
                  </a:cubicBezTo>
                  <a:cubicBezTo>
                    <a:pt x="3906139" y="8601964"/>
                    <a:pt x="3490087" y="8726551"/>
                    <a:pt x="3058541" y="8726551"/>
                  </a:cubicBezTo>
                  <a:cubicBezTo>
                    <a:pt x="2626995" y="8726551"/>
                    <a:pt x="2210944" y="8601964"/>
                    <a:pt x="1821688" y="8356219"/>
                  </a:cubicBezTo>
                  <a:cubicBezTo>
                    <a:pt x="1459865" y="8127746"/>
                    <a:pt x="1137412" y="7804531"/>
                    <a:pt x="863346" y="7395464"/>
                  </a:cubicBezTo>
                  <a:cubicBezTo>
                    <a:pt x="798957" y="7299325"/>
                    <a:pt x="738124" y="7199376"/>
                    <a:pt x="680593" y="7096252"/>
                  </a:cubicBezTo>
                  <a:cubicBezTo>
                    <a:pt x="676021" y="6997192"/>
                    <a:pt x="704342" y="6884543"/>
                    <a:pt x="822960" y="6802120"/>
                  </a:cubicBezTo>
                  <a:cubicBezTo>
                    <a:pt x="685927" y="6847967"/>
                    <a:pt x="578485" y="6803263"/>
                    <a:pt x="501777" y="6740271"/>
                  </a:cubicBezTo>
                  <a:cubicBezTo>
                    <a:pt x="187706" y="6042279"/>
                    <a:pt x="19050" y="5225288"/>
                    <a:pt x="19050" y="4372864"/>
                  </a:cubicBezTo>
                  <a:cubicBezTo>
                    <a:pt x="19050" y="3236341"/>
                    <a:pt x="318897" y="2162810"/>
                    <a:pt x="863347" y="1350137"/>
                  </a:cubicBezTo>
                  <a:cubicBezTo>
                    <a:pt x="1137413" y="941070"/>
                    <a:pt x="1459866" y="617728"/>
                    <a:pt x="1821689" y="389382"/>
                  </a:cubicBezTo>
                  <a:cubicBezTo>
                    <a:pt x="2210944" y="143637"/>
                    <a:pt x="2626996" y="19050"/>
                    <a:pt x="3058541" y="19050"/>
                  </a:cubicBezTo>
                  <a:cubicBezTo>
                    <a:pt x="3490087" y="19050"/>
                    <a:pt x="3906139" y="143637"/>
                    <a:pt x="4295395" y="389382"/>
                  </a:cubicBezTo>
                  <a:cubicBezTo>
                    <a:pt x="4657217" y="617855"/>
                    <a:pt x="4979671" y="941070"/>
                    <a:pt x="5253737" y="1350137"/>
                  </a:cubicBezTo>
                  <a:cubicBezTo>
                    <a:pt x="5318126" y="1446276"/>
                    <a:pt x="5379085" y="1546225"/>
                    <a:pt x="5436490" y="1649349"/>
                  </a:cubicBezTo>
                  <a:cubicBezTo>
                    <a:pt x="5441062" y="1748409"/>
                    <a:pt x="5412741" y="1861058"/>
                    <a:pt x="5294250" y="1943608"/>
                  </a:cubicBezTo>
                  <a:cubicBezTo>
                    <a:pt x="5431156" y="1897888"/>
                    <a:pt x="5538471" y="1942338"/>
                    <a:pt x="5615178" y="2005203"/>
                  </a:cubicBezTo>
                  <a:cubicBezTo>
                    <a:pt x="5929250" y="2703322"/>
                    <a:pt x="6098032" y="3520440"/>
                    <a:pt x="6098032" y="4372991"/>
                  </a:cubicBezTo>
                  <a:cubicBezTo>
                    <a:pt x="6098032" y="5509387"/>
                    <a:pt x="5798185" y="6582918"/>
                    <a:pt x="5253736" y="7395464"/>
                  </a:cubicBezTo>
                  <a:close/>
                  <a:moveTo>
                    <a:pt x="4953000" y="1551686"/>
                  </a:moveTo>
                  <a:cubicBezTo>
                    <a:pt x="4447286" y="796798"/>
                    <a:pt x="3774440" y="381127"/>
                    <a:pt x="3058541" y="381127"/>
                  </a:cubicBezTo>
                  <a:cubicBezTo>
                    <a:pt x="2342642" y="381127"/>
                    <a:pt x="1669796" y="796798"/>
                    <a:pt x="1164082" y="1551686"/>
                  </a:cubicBezTo>
                  <a:cubicBezTo>
                    <a:pt x="659130" y="2305431"/>
                    <a:pt x="381000" y="3307334"/>
                    <a:pt x="381000" y="4372864"/>
                  </a:cubicBezTo>
                  <a:cubicBezTo>
                    <a:pt x="381000" y="5438394"/>
                    <a:pt x="659130" y="6440296"/>
                    <a:pt x="1164082" y="7194042"/>
                  </a:cubicBezTo>
                  <a:cubicBezTo>
                    <a:pt x="1669796" y="7948930"/>
                    <a:pt x="2342642" y="8364601"/>
                    <a:pt x="3058541" y="8364601"/>
                  </a:cubicBezTo>
                  <a:cubicBezTo>
                    <a:pt x="3774440" y="8364601"/>
                    <a:pt x="4447286" y="7948930"/>
                    <a:pt x="4952999" y="7194042"/>
                  </a:cubicBezTo>
                  <a:cubicBezTo>
                    <a:pt x="5457952" y="6440297"/>
                    <a:pt x="5736081" y="5438394"/>
                    <a:pt x="5736081" y="4372864"/>
                  </a:cubicBezTo>
                  <a:cubicBezTo>
                    <a:pt x="5736082" y="3307334"/>
                    <a:pt x="5457952" y="2305431"/>
                    <a:pt x="4953000" y="1551686"/>
                  </a:cubicBezTo>
                  <a:close/>
                  <a:moveTo>
                    <a:pt x="4937252" y="7183501"/>
                  </a:moveTo>
                  <a:cubicBezTo>
                    <a:pt x="4435221" y="7932928"/>
                    <a:pt x="3767963" y="8345678"/>
                    <a:pt x="3058668" y="8345678"/>
                  </a:cubicBezTo>
                  <a:cubicBezTo>
                    <a:pt x="2349246" y="8345678"/>
                    <a:pt x="1682115" y="7932928"/>
                    <a:pt x="1180084" y="7183501"/>
                  </a:cubicBezTo>
                  <a:cubicBezTo>
                    <a:pt x="677164" y="6432931"/>
                    <a:pt x="400304" y="5434711"/>
                    <a:pt x="400304" y="4372864"/>
                  </a:cubicBezTo>
                  <a:cubicBezTo>
                    <a:pt x="400304" y="3311017"/>
                    <a:pt x="677291" y="2312797"/>
                    <a:pt x="1180084" y="1562227"/>
                  </a:cubicBezTo>
                  <a:cubicBezTo>
                    <a:pt x="1682242" y="812800"/>
                    <a:pt x="2349373" y="400050"/>
                    <a:pt x="3058668" y="400050"/>
                  </a:cubicBezTo>
                  <a:cubicBezTo>
                    <a:pt x="3768090" y="400050"/>
                    <a:pt x="4435221" y="812800"/>
                    <a:pt x="4937252" y="1562227"/>
                  </a:cubicBezTo>
                  <a:cubicBezTo>
                    <a:pt x="5440172" y="2312797"/>
                    <a:pt x="5717031" y="3311017"/>
                    <a:pt x="5717031" y="4372864"/>
                  </a:cubicBezTo>
                  <a:cubicBezTo>
                    <a:pt x="5717032" y="5434711"/>
                    <a:pt x="5440045" y="6432804"/>
                    <a:pt x="4937252" y="7183501"/>
                  </a:cubicBezTo>
                  <a:close/>
                </a:path>
              </a:pathLst>
            </a:custGeom>
            <a:solidFill>
              <a:srgbClr val="69765E"/>
            </a:solidFill>
          </p:spPr>
        </p:sp>
      </p:grpSp>
      <p:grpSp>
        <p:nvGrpSpPr>
          <p:cNvPr name="Group 11" id="11"/>
          <p:cNvGrpSpPr>
            <a:grpSpLocks noChangeAspect="true"/>
          </p:cNvGrpSpPr>
          <p:nvPr/>
        </p:nvGrpSpPr>
        <p:grpSpPr>
          <a:xfrm rot="0">
            <a:off x="9144000" y="2928090"/>
            <a:ext cx="3694001" cy="4859784"/>
            <a:chOff x="0" y="0"/>
            <a:chExt cx="6665341" cy="8768842"/>
          </a:xfrm>
        </p:grpSpPr>
        <p:sp>
          <p:nvSpPr>
            <p:cNvPr name="Freeform 12" id="12"/>
            <p:cNvSpPr/>
            <p:nvPr/>
          </p:nvSpPr>
          <p:spPr>
            <a:xfrm flipH="false" flipV="false" rot="0">
              <a:off x="652633" y="402042"/>
              <a:ext cx="5359949" cy="7964758"/>
            </a:xfrm>
            <a:custGeom>
              <a:avLst/>
              <a:gdLst/>
              <a:ahLst/>
              <a:cxnLst/>
              <a:rect r="r" b="b" t="t" l="l"/>
              <a:pathLst>
                <a:path h="7964758" w="5359949">
                  <a:moveTo>
                    <a:pt x="2679974" y="40"/>
                  </a:moveTo>
                  <a:cubicBezTo>
                    <a:pt x="1723941" y="-6342"/>
                    <a:pt x="838696" y="751289"/>
                    <a:pt x="359441" y="1986051"/>
                  </a:cubicBezTo>
                  <a:cubicBezTo>
                    <a:pt x="-119814" y="3220812"/>
                    <a:pt x="-119814" y="4743946"/>
                    <a:pt x="359441" y="5978707"/>
                  </a:cubicBezTo>
                  <a:cubicBezTo>
                    <a:pt x="838696" y="7213469"/>
                    <a:pt x="1723941" y="7971100"/>
                    <a:pt x="2679974" y="7964718"/>
                  </a:cubicBezTo>
                  <a:cubicBezTo>
                    <a:pt x="3636007" y="7971100"/>
                    <a:pt x="4521252" y="7213469"/>
                    <a:pt x="5000507" y="5978707"/>
                  </a:cubicBezTo>
                  <a:cubicBezTo>
                    <a:pt x="5479762" y="4743946"/>
                    <a:pt x="5479762" y="3220812"/>
                    <a:pt x="5000507" y="1986051"/>
                  </a:cubicBezTo>
                  <a:cubicBezTo>
                    <a:pt x="4521252" y="751289"/>
                    <a:pt x="3636007" y="-6342"/>
                    <a:pt x="2679974" y="40"/>
                  </a:cubicBezTo>
                  <a:close/>
                </a:path>
              </a:pathLst>
            </a:custGeom>
            <a:blipFill>
              <a:blip r:embed="rId6"/>
              <a:stretch>
                <a:fillRect l="223" t="-201" r="223" b="-201"/>
              </a:stretch>
            </a:blipFill>
          </p:spPr>
        </p:sp>
        <p:sp>
          <p:nvSpPr>
            <p:cNvPr name="Freeform 13" id="13"/>
            <p:cNvSpPr/>
            <p:nvPr/>
          </p:nvSpPr>
          <p:spPr>
            <a:xfrm flipH="false" flipV="false" rot="0">
              <a:off x="274066" y="11557"/>
              <a:ext cx="6117082" cy="8745601"/>
            </a:xfrm>
            <a:custGeom>
              <a:avLst/>
              <a:gdLst/>
              <a:ahLst/>
              <a:cxnLst/>
              <a:rect r="r" b="b" t="t" l="l"/>
              <a:pathLst>
                <a:path h="8745601" w="6117082">
                  <a:moveTo>
                    <a:pt x="5630672" y="1993392"/>
                  </a:moveTo>
                  <a:cubicBezTo>
                    <a:pt x="5626989" y="1895348"/>
                    <a:pt x="5656072" y="1784604"/>
                    <a:pt x="5773039" y="1703070"/>
                  </a:cubicBezTo>
                  <a:cubicBezTo>
                    <a:pt x="5638038" y="1748282"/>
                    <a:pt x="5531866" y="1705610"/>
                    <a:pt x="5455412" y="1644142"/>
                  </a:cubicBezTo>
                  <a:cubicBezTo>
                    <a:pt x="5396992" y="1539113"/>
                    <a:pt x="5335143" y="1437386"/>
                    <a:pt x="5269611" y="1339596"/>
                  </a:cubicBezTo>
                  <a:cubicBezTo>
                    <a:pt x="4994021" y="928243"/>
                    <a:pt x="4669663" y="603123"/>
                    <a:pt x="4305554" y="373253"/>
                  </a:cubicBezTo>
                  <a:cubicBezTo>
                    <a:pt x="3913251" y="125603"/>
                    <a:pt x="3493770" y="0"/>
                    <a:pt x="3058541" y="0"/>
                  </a:cubicBezTo>
                  <a:cubicBezTo>
                    <a:pt x="2623439" y="0"/>
                    <a:pt x="2203831" y="125603"/>
                    <a:pt x="1811528" y="373253"/>
                  </a:cubicBezTo>
                  <a:cubicBezTo>
                    <a:pt x="1447419" y="603123"/>
                    <a:pt x="1123061" y="928243"/>
                    <a:pt x="847471" y="1339596"/>
                  </a:cubicBezTo>
                  <a:cubicBezTo>
                    <a:pt x="300990" y="2155317"/>
                    <a:pt x="0" y="3232531"/>
                    <a:pt x="0" y="4372864"/>
                  </a:cubicBezTo>
                  <a:cubicBezTo>
                    <a:pt x="0" y="5229860"/>
                    <a:pt x="170053" y="6051169"/>
                    <a:pt x="486537" y="6752590"/>
                  </a:cubicBezTo>
                  <a:cubicBezTo>
                    <a:pt x="490093" y="6850633"/>
                    <a:pt x="460883" y="6961124"/>
                    <a:pt x="344043" y="7042404"/>
                  </a:cubicBezTo>
                  <a:cubicBezTo>
                    <a:pt x="479044" y="6997319"/>
                    <a:pt x="585216" y="7039991"/>
                    <a:pt x="661670" y="7101459"/>
                  </a:cubicBezTo>
                  <a:cubicBezTo>
                    <a:pt x="720090" y="7206488"/>
                    <a:pt x="781939" y="7308216"/>
                    <a:pt x="847471" y="7406005"/>
                  </a:cubicBezTo>
                  <a:cubicBezTo>
                    <a:pt x="1123061" y="7817358"/>
                    <a:pt x="1447419" y="8142478"/>
                    <a:pt x="1811528" y="8372348"/>
                  </a:cubicBezTo>
                  <a:cubicBezTo>
                    <a:pt x="2203831" y="8619998"/>
                    <a:pt x="2623312" y="8745601"/>
                    <a:pt x="3058541" y="8745601"/>
                  </a:cubicBezTo>
                  <a:cubicBezTo>
                    <a:pt x="3493770" y="8745601"/>
                    <a:pt x="3913251" y="8619998"/>
                    <a:pt x="4305554" y="8372348"/>
                  </a:cubicBezTo>
                  <a:cubicBezTo>
                    <a:pt x="4669663" y="8142479"/>
                    <a:pt x="4994021" y="7817358"/>
                    <a:pt x="5269611" y="7406006"/>
                  </a:cubicBezTo>
                  <a:cubicBezTo>
                    <a:pt x="5816092" y="6590285"/>
                    <a:pt x="6117082" y="5513071"/>
                    <a:pt x="6117082" y="4372738"/>
                  </a:cubicBezTo>
                  <a:cubicBezTo>
                    <a:pt x="6117082" y="3515995"/>
                    <a:pt x="5947156" y="2694813"/>
                    <a:pt x="5630672" y="1993392"/>
                  </a:cubicBezTo>
                  <a:close/>
                  <a:moveTo>
                    <a:pt x="5253736" y="7395464"/>
                  </a:moveTo>
                  <a:cubicBezTo>
                    <a:pt x="4979670" y="7804531"/>
                    <a:pt x="4657217" y="8127873"/>
                    <a:pt x="4295394" y="8356219"/>
                  </a:cubicBezTo>
                  <a:cubicBezTo>
                    <a:pt x="3906139" y="8601964"/>
                    <a:pt x="3490087" y="8726551"/>
                    <a:pt x="3058541" y="8726551"/>
                  </a:cubicBezTo>
                  <a:cubicBezTo>
                    <a:pt x="2626995" y="8726551"/>
                    <a:pt x="2210944" y="8601964"/>
                    <a:pt x="1821688" y="8356219"/>
                  </a:cubicBezTo>
                  <a:cubicBezTo>
                    <a:pt x="1459865" y="8127746"/>
                    <a:pt x="1137412" y="7804531"/>
                    <a:pt x="863346" y="7395464"/>
                  </a:cubicBezTo>
                  <a:cubicBezTo>
                    <a:pt x="798957" y="7299325"/>
                    <a:pt x="738124" y="7199376"/>
                    <a:pt x="680593" y="7096252"/>
                  </a:cubicBezTo>
                  <a:cubicBezTo>
                    <a:pt x="676021" y="6997192"/>
                    <a:pt x="704342" y="6884543"/>
                    <a:pt x="822960" y="6802120"/>
                  </a:cubicBezTo>
                  <a:cubicBezTo>
                    <a:pt x="685927" y="6847967"/>
                    <a:pt x="578485" y="6803263"/>
                    <a:pt x="501777" y="6740271"/>
                  </a:cubicBezTo>
                  <a:cubicBezTo>
                    <a:pt x="187706" y="6042279"/>
                    <a:pt x="19050" y="5225288"/>
                    <a:pt x="19050" y="4372864"/>
                  </a:cubicBezTo>
                  <a:cubicBezTo>
                    <a:pt x="19050" y="3236341"/>
                    <a:pt x="318897" y="2162810"/>
                    <a:pt x="863347" y="1350137"/>
                  </a:cubicBezTo>
                  <a:cubicBezTo>
                    <a:pt x="1137413" y="941070"/>
                    <a:pt x="1459866" y="617728"/>
                    <a:pt x="1821689" y="389382"/>
                  </a:cubicBezTo>
                  <a:cubicBezTo>
                    <a:pt x="2210944" y="143637"/>
                    <a:pt x="2626996" y="19050"/>
                    <a:pt x="3058541" y="19050"/>
                  </a:cubicBezTo>
                  <a:cubicBezTo>
                    <a:pt x="3490087" y="19050"/>
                    <a:pt x="3906139" y="143637"/>
                    <a:pt x="4295395" y="389382"/>
                  </a:cubicBezTo>
                  <a:cubicBezTo>
                    <a:pt x="4657217" y="617855"/>
                    <a:pt x="4979671" y="941070"/>
                    <a:pt x="5253737" y="1350137"/>
                  </a:cubicBezTo>
                  <a:cubicBezTo>
                    <a:pt x="5318126" y="1446276"/>
                    <a:pt x="5379085" y="1546225"/>
                    <a:pt x="5436490" y="1649349"/>
                  </a:cubicBezTo>
                  <a:cubicBezTo>
                    <a:pt x="5441062" y="1748409"/>
                    <a:pt x="5412741" y="1861058"/>
                    <a:pt x="5294250" y="1943608"/>
                  </a:cubicBezTo>
                  <a:cubicBezTo>
                    <a:pt x="5431156" y="1897888"/>
                    <a:pt x="5538471" y="1942338"/>
                    <a:pt x="5615178" y="2005203"/>
                  </a:cubicBezTo>
                  <a:cubicBezTo>
                    <a:pt x="5929250" y="2703322"/>
                    <a:pt x="6098032" y="3520440"/>
                    <a:pt x="6098032" y="4372991"/>
                  </a:cubicBezTo>
                  <a:cubicBezTo>
                    <a:pt x="6098032" y="5509387"/>
                    <a:pt x="5798185" y="6582918"/>
                    <a:pt x="5253736" y="7395464"/>
                  </a:cubicBezTo>
                  <a:close/>
                  <a:moveTo>
                    <a:pt x="4953000" y="1551686"/>
                  </a:moveTo>
                  <a:cubicBezTo>
                    <a:pt x="4447286" y="796798"/>
                    <a:pt x="3774440" y="381127"/>
                    <a:pt x="3058541" y="381127"/>
                  </a:cubicBezTo>
                  <a:cubicBezTo>
                    <a:pt x="2342642" y="381127"/>
                    <a:pt x="1669796" y="796798"/>
                    <a:pt x="1164082" y="1551686"/>
                  </a:cubicBezTo>
                  <a:cubicBezTo>
                    <a:pt x="659130" y="2305431"/>
                    <a:pt x="381000" y="3307334"/>
                    <a:pt x="381000" y="4372864"/>
                  </a:cubicBezTo>
                  <a:cubicBezTo>
                    <a:pt x="381000" y="5438394"/>
                    <a:pt x="659130" y="6440296"/>
                    <a:pt x="1164082" y="7194042"/>
                  </a:cubicBezTo>
                  <a:cubicBezTo>
                    <a:pt x="1669796" y="7948930"/>
                    <a:pt x="2342642" y="8364601"/>
                    <a:pt x="3058541" y="8364601"/>
                  </a:cubicBezTo>
                  <a:cubicBezTo>
                    <a:pt x="3774440" y="8364601"/>
                    <a:pt x="4447286" y="7948930"/>
                    <a:pt x="4952999" y="7194042"/>
                  </a:cubicBezTo>
                  <a:cubicBezTo>
                    <a:pt x="5457952" y="6440297"/>
                    <a:pt x="5736081" y="5438394"/>
                    <a:pt x="5736081" y="4372864"/>
                  </a:cubicBezTo>
                  <a:cubicBezTo>
                    <a:pt x="5736082" y="3307334"/>
                    <a:pt x="5457952" y="2305431"/>
                    <a:pt x="4953000" y="1551686"/>
                  </a:cubicBezTo>
                  <a:close/>
                  <a:moveTo>
                    <a:pt x="4937252" y="7183501"/>
                  </a:moveTo>
                  <a:cubicBezTo>
                    <a:pt x="4435221" y="7932928"/>
                    <a:pt x="3767963" y="8345678"/>
                    <a:pt x="3058668" y="8345678"/>
                  </a:cubicBezTo>
                  <a:cubicBezTo>
                    <a:pt x="2349246" y="8345678"/>
                    <a:pt x="1682115" y="7932928"/>
                    <a:pt x="1180084" y="7183501"/>
                  </a:cubicBezTo>
                  <a:cubicBezTo>
                    <a:pt x="677164" y="6432931"/>
                    <a:pt x="400304" y="5434711"/>
                    <a:pt x="400304" y="4372864"/>
                  </a:cubicBezTo>
                  <a:cubicBezTo>
                    <a:pt x="400304" y="3311017"/>
                    <a:pt x="677291" y="2312797"/>
                    <a:pt x="1180084" y="1562227"/>
                  </a:cubicBezTo>
                  <a:cubicBezTo>
                    <a:pt x="1682242" y="812800"/>
                    <a:pt x="2349373" y="400050"/>
                    <a:pt x="3058668" y="400050"/>
                  </a:cubicBezTo>
                  <a:cubicBezTo>
                    <a:pt x="3768090" y="400050"/>
                    <a:pt x="4435221" y="812800"/>
                    <a:pt x="4937252" y="1562227"/>
                  </a:cubicBezTo>
                  <a:cubicBezTo>
                    <a:pt x="5440172" y="2312797"/>
                    <a:pt x="5717031" y="3311017"/>
                    <a:pt x="5717031" y="4372864"/>
                  </a:cubicBezTo>
                  <a:cubicBezTo>
                    <a:pt x="5717032" y="5434711"/>
                    <a:pt x="5440045" y="6432804"/>
                    <a:pt x="4937252" y="7183501"/>
                  </a:cubicBezTo>
                  <a:close/>
                </a:path>
              </a:pathLst>
            </a:custGeom>
            <a:solidFill>
              <a:srgbClr val="69765E"/>
            </a:solidFill>
          </p:spPr>
        </p:sp>
      </p:grpSp>
      <p:grpSp>
        <p:nvGrpSpPr>
          <p:cNvPr name="Group 14" id="14"/>
          <p:cNvGrpSpPr>
            <a:grpSpLocks noChangeAspect="true"/>
          </p:cNvGrpSpPr>
          <p:nvPr/>
        </p:nvGrpSpPr>
        <p:grpSpPr>
          <a:xfrm rot="0">
            <a:off x="12838001" y="2928090"/>
            <a:ext cx="3694001" cy="4859784"/>
            <a:chOff x="0" y="0"/>
            <a:chExt cx="6665341" cy="8768842"/>
          </a:xfrm>
        </p:grpSpPr>
        <p:sp>
          <p:nvSpPr>
            <p:cNvPr name="Freeform 15" id="15"/>
            <p:cNvSpPr/>
            <p:nvPr/>
          </p:nvSpPr>
          <p:spPr>
            <a:xfrm flipH="false" flipV="false" rot="0">
              <a:off x="652633" y="402042"/>
              <a:ext cx="5359949" cy="7964758"/>
            </a:xfrm>
            <a:custGeom>
              <a:avLst/>
              <a:gdLst/>
              <a:ahLst/>
              <a:cxnLst/>
              <a:rect r="r" b="b" t="t" l="l"/>
              <a:pathLst>
                <a:path h="7964758" w="5359949">
                  <a:moveTo>
                    <a:pt x="2679974" y="40"/>
                  </a:moveTo>
                  <a:cubicBezTo>
                    <a:pt x="1723941" y="-6342"/>
                    <a:pt x="838696" y="751289"/>
                    <a:pt x="359441" y="1986051"/>
                  </a:cubicBezTo>
                  <a:cubicBezTo>
                    <a:pt x="-119814" y="3220812"/>
                    <a:pt x="-119814" y="4743946"/>
                    <a:pt x="359441" y="5978707"/>
                  </a:cubicBezTo>
                  <a:cubicBezTo>
                    <a:pt x="838696" y="7213469"/>
                    <a:pt x="1723941" y="7971100"/>
                    <a:pt x="2679974" y="7964718"/>
                  </a:cubicBezTo>
                  <a:cubicBezTo>
                    <a:pt x="3636007" y="7971100"/>
                    <a:pt x="4521252" y="7213469"/>
                    <a:pt x="5000507" y="5978707"/>
                  </a:cubicBezTo>
                  <a:cubicBezTo>
                    <a:pt x="5479762" y="4743946"/>
                    <a:pt x="5479762" y="3220812"/>
                    <a:pt x="5000507" y="1986051"/>
                  </a:cubicBezTo>
                  <a:cubicBezTo>
                    <a:pt x="4521252" y="751289"/>
                    <a:pt x="3636007" y="-6342"/>
                    <a:pt x="2679974" y="40"/>
                  </a:cubicBezTo>
                  <a:close/>
                </a:path>
              </a:pathLst>
            </a:custGeom>
            <a:blipFill>
              <a:blip r:embed="rId7"/>
              <a:stretch>
                <a:fillRect l="-5656" t="0" r="-5656" b="0"/>
              </a:stretch>
            </a:blipFill>
          </p:spPr>
        </p:sp>
        <p:sp>
          <p:nvSpPr>
            <p:cNvPr name="Freeform 16" id="16"/>
            <p:cNvSpPr/>
            <p:nvPr/>
          </p:nvSpPr>
          <p:spPr>
            <a:xfrm flipH="false" flipV="false" rot="0">
              <a:off x="274066" y="11557"/>
              <a:ext cx="6117082" cy="8745601"/>
            </a:xfrm>
            <a:custGeom>
              <a:avLst/>
              <a:gdLst/>
              <a:ahLst/>
              <a:cxnLst/>
              <a:rect r="r" b="b" t="t" l="l"/>
              <a:pathLst>
                <a:path h="8745601" w="6117082">
                  <a:moveTo>
                    <a:pt x="5630672" y="1993392"/>
                  </a:moveTo>
                  <a:cubicBezTo>
                    <a:pt x="5626989" y="1895348"/>
                    <a:pt x="5656072" y="1784604"/>
                    <a:pt x="5773039" y="1703070"/>
                  </a:cubicBezTo>
                  <a:cubicBezTo>
                    <a:pt x="5638038" y="1748282"/>
                    <a:pt x="5531866" y="1705610"/>
                    <a:pt x="5455412" y="1644142"/>
                  </a:cubicBezTo>
                  <a:cubicBezTo>
                    <a:pt x="5396992" y="1539113"/>
                    <a:pt x="5335143" y="1437386"/>
                    <a:pt x="5269611" y="1339596"/>
                  </a:cubicBezTo>
                  <a:cubicBezTo>
                    <a:pt x="4994021" y="928243"/>
                    <a:pt x="4669663" y="603123"/>
                    <a:pt x="4305554" y="373253"/>
                  </a:cubicBezTo>
                  <a:cubicBezTo>
                    <a:pt x="3913251" y="125603"/>
                    <a:pt x="3493770" y="0"/>
                    <a:pt x="3058541" y="0"/>
                  </a:cubicBezTo>
                  <a:cubicBezTo>
                    <a:pt x="2623439" y="0"/>
                    <a:pt x="2203831" y="125603"/>
                    <a:pt x="1811528" y="373253"/>
                  </a:cubicBezTo>
                  <a:cubicBezTo>
                    <a:pt x="1447419" y="603123"/>
                    <a:pt x="1123061" y="928243"/>
                    <a:pt x="847471" y="1339596"/>
                  </a:cubicBezTo>
                  <a:cubicBezTo>
                    <a:pt x="300990" y="2155317"/>
                    <a:pt x="0" y="3232531"/>
                    <a:pt x="0" y="4372864"/>
                  </a:cubicBezTo>
                  <a:cubicBezTo>
                    <a:pt x="0" y="5229860"/>
                    <a:pt x="170053" y="6051169"/>
                    <a:pt x="486537" y="6752590"/>
                  </a:cubicBezTo>
                  <a:cubicBezTo>
                    <a:pt x="490093" y="6850633"/>
                    <a:pt x="460883" y="6961124"/>
                    <a:pt x="344043" y="7042404"/>
                  </a:cubicBezTo>
                  <a:cubicBezTo>
                    <a:pt x="479044" y="6997319"/>
                    <a:pt x="585216" y="7039991"/>
                    <a:pt x="661670" y="7101459"/>
                  </a:cubicBezTo>
                  <a:cubicBezTo>
                    <a:pt x="720090" y="7206488"/>
                    <a:pt x="781939" y="7308216"/>
                    <a:pt x="847471" y="7406005"/>
                  </a:cubicBezTo>
                  <a:cubicBezTo>
                    <a:pt x="1123061" y="7817358"/>
                    <a:pt x="1447419" y="8142478"/>
                    <a:pt x="1811528" y="8372348"/>
                  </a:cubicBezTo>
                  <a:cubicBezTo>
                    <a:pt x="2203831" y="8619998"/>
                    <a:pt x="2623312" y="8745601"/>
                    <a:pt x="3058541" y="8745601"/>
                  </a:cubicBezTo>
                  <a:cubicBezTo>
                    <a:pt x="3493770" y="8745601"/>
                    <a:pt x="3913251" y="8619998"/>
                    <a:pt x="4305554" y="8372348"/>
                  </a:cubicBezTo>
                  <a:cubicBezTo>
                    <a:pt x="4669663" y="8142479"/>
                    <a:pt x="4994021" y="7817358"/>
                    <a:pt x="5269611" y="7406006"/>
                  </a:cubicBezTo>
                  <a:cubicBezTo>
                    <a:pt x="5816092" y="6590285"/>
                    <a:pt x="6117082" y="5513071"/>
                    <a:pt x="6117082" y="4372738"/>
                  </a:cubicBezTo>
                  <a:cubicBezTo>
                    <a:pt x="6117082" y="3515995"/>
                    <a:pt x="5947156" y="2694813"/>
                    <a:pt x="5630672" y="1993392"/>
                  </a:cubicBezTo>
                  <a:close/>
                  <a:moveTo>
                    <a:pt x="5253736" y="7395464"/>
                  </a:moveTo>
                  <a:cubicBezTo>
                    <a:pt x="4979670" y="7804531"/>
                    <a:pt x="4657217" y="8127873"/>
                    <a:pt x="4295394" y="8356219"/>
                  </a:cubicBezTo>
                  <a:cubicBezTo>
                    <a:pt x="3906139" y="8601964"/>
                    <a:pt x="3490087" y="8726551"/>
                    <a:pt x="3058541" y="8726551"/>
                  </a:cubicBezTo>
                  <a:cubicBezTo>
                    <a:pt x="2626995" y="8726551"/>
                    <a:pt x="2210944" y="8601964"/>
                    <a:pt x="1821688" y="8356219"/>
                  </a:cubicBezTo>
                  <a:cubicBezTo>
                    <a:pt x="1459865" y="8127746"/>
                    <a:pt x="1137412" y="7804531"/>
                    <a:pt x="863346" y="7395464"/>
                  </a:cubicBezTo>
                  <a:cubicBezTo>
                    <a:pt x="798957" y="7299325"/>
                    <a:pt x="738124" y="7199376"/>
                    <a:pt x="680593" y="7096252"/>
                  </a:cubicBezTo>
                  <a:cubicBezTo>
                    <a:pt x="676021" y="6997192"/>
                    <a:pt x="704342" y="6884543"/>
                    <a:pt x="822960" y="6802120"/>
                  </a:cubicBezTo>
                  <a:cubicBezTo>
                    <a:pt x="685927" y="6847967"/>
                    <a:pt x="578485" y="6803263"/>
                    <a:pt x="501777" y="6740271"/>
                  </a:cubicBezTo>
                  <a:cubicBezTo>
                    <a:pt x="187706" y="6042279"/>
                    <a:pt x="19050" y="5225288"/>
                    <a:pt x="19050" y="4372864"/>
                  </a:cubicBezTo>
                  <a:cubicBezTo>
                    <a:pt x="19050" y="3236341"/>
                    <a:pt x="318897" y="2162810"/>
                    <a:pt x="863347" y="1350137"/>
                  </a:cubicBezTo>
                  <a:cubicBezTo>
                    <a:pt x="1137413" y="941070"/>
                    <a:pt x="1459866" y="617728"/>
                    <a:pt x="1821689" y="389382"/>
                  </a:cubicBezTo>
                  <a:cubicBezTo>
                    <a:pt x="2210944" y="143637"/>
                    <a:pt x="2626996" y="19050"/>
                    <a:pt x="3058541" y="19050"/>
                  </a:cubicBezTo>
                  <a:cubicBezTo>
                    <a:pt x="3490087" y="19050"/>
                    <a:pt x="3906139" y="143637"/>
                    <a:pt x="4295395" y="389382"/>
                  </a:cubicBezTo>
                  <a:cubicBezTo>
                    <a:pt x="4657217" y="617855"/>
                    <a:pt x="4979671" y="941070"/>
                    <a:pt x="5253737" y="1350137"/>
                  </a:cubicBezTo>
                  <a:cubicBezTo>
                    <a:pt x="5318126" y="1446276"/>
                    <a:pt x="5379085" y="1546225"/>
                    <a:pt x="5436490" y="1649349"/>
                  </a:cubicBezTo>
                  <a:cubicBezTo>
                    <a:pt x="5441062" y="1748409"/>
                    <a:pt x="5412741" y="1861058"/>
                    <a:pt x="5294250" y="1943608"/>
                  </a:cubicBezTo>
                  <a:cubicBezTo>
                    <a:pt x="5431156" y="1897888"/>
                    <a:pt x="5538471" y="1942338"/>
                    <a:pt x="5615178" y="2005203"/>
                  </a:cubicBezTo>
                  <a:cubicBezTo>
                    <a:pt x="5929250" y="2703322"/>
                    <a:pt x="6098032" y="3520440"/>
                    <a:pt x="6098032" y="4372991"/>
                  </a:cubicBezTo>
                  <a:cubicBezTo>
                    <a:pt x="6098032" y="5509387"/>
                    <a:pt x="5798185" y="6582918"/>
                    <a:pt x="5253736" y="7395464"/>
                  </a:cubicBezTo>
                  <a:close/>
                  <a:moveTo>
                    <a:pt x="4953000" y="1551686"/>
                  </a:moveTo>
                  <a:cubicBezTo>
                    <a:pt x="4447286" y="796798"/>
                    <a:pt x="3774440" y="381127"/>
                    <a:pt x="3058541" y="381127"/>
                  </a:cubicBezTo>
                  <a:cubicBezTo>
                    <a:pt x="2342642" y="381127"/>
                    <a:pt x="1669796" y="796798"/>
                    <a:pt x="1164082" y="1551686"/>
                  </a:cubicBezTo>
                  <a:cubicBezTo>
                    <a:pt x="659130" y="2305431"/>
                    <a:pt x="381000" y="3307334"/>
                    <a:pt x="381000" y="4372864"/>
                  </a:cubicBezTo>
                  <a:cubicBezTo>
                    <a:pt x="381000" y="5438394"/>
                    <a:pt x="659130" y="6440296"/>
                    <a:pt x="1164082" y="7194042"/>
                  </a:cubicBezTo>
                  <a:cubicBezTo>
                    <a:pt x="1669796" y="7948930"/>
                    <a:pt x="2342642" y="8364601"/>
                    <a:pt x="3058541" y="8364601"/>
                  </a:cubicBezTo>
                  <a:cubicBezTo>
                    <a:pt x="3774440" y="8364601"/>
                    <a:pt x="4447286" y="7948930"/>
                    <a:pt x="4952999" y="7194042"/>
                  </a:cubicBezTo>
                  <a:cubicBezTo>
                    <a:pt x="5457952" y="6440297"/>
                    <a:pt x="5736081" y="5438394"/>
                    <a:pt x="5736081" y="4372864"/>
                  </a:cubicBezTo>
                  <a:cubicBezTo>
                    <a:pt x="5736082" y="3307334"/>
                    <a:pt x="5457952" y="2305431"/>
                    <a:pt x="4953000" y="1551686"/>
                  </a:cubicBezTo>
                  <a:close/>
                  <a:moveTo>
                    <a:pt x="4937252" y="7183501"/>
                  </a:moveTo>
                  <a:cubicBezTo>
                    <a:pt x="4435221" y="7932928"/>
                    <a:pt x="3767963" y="8345678"/>
                    <a:pt x="3058668" y="8345678"/>
                  </a:cubicBezTo>
                  <a:cubicBezTo>
                    <a:pt x="2349246" y="8345678"/>
                    <a:pt x="1682115" y="7932928"/>
                    <a:pt x="1180084" y="7183501"/>
                  </a:cubicBezTo>
                  <a:cubicBezTo>
                    <a:pt x="677164" y="6432931"/>
                    <a:pt x="400304" y="5434711"/>
                    <a:pt x="400304" y="4372864"/>
                  </a:cubicBezTo>
                  <a:cubicBezTo>
                    <a:pt x="400304" y="3311017"/>
                    <a:pt x="677291" y="2312797"/>
                    <a:pt x="1180084" y="1562227"/>
                  </a:cubicBezTo>
                  <a:cubicBezTo>
                    <a:pt x="1682242" y="812800"/>
                    <a:pt x="2349373" y="400050"/>
                    <a:pt x="3058668" y="400050"/>
                  </a:cubicBezTo>
                  <a:cubicBezTo>
                    <a:pt x="3768090" y="400050"/>
                    <a:pt x="4435221" y="812800"/>
                    <a:pt x="4937252" y="1562227"/>
                  </a:cubicBezTo>
                  <a:cubicBezTo>
                    <a:pt x="5440172" y="2312797"/>
                    <a:pt x="5717031" y="3311017"/>
                    <a:pt x="5717031" y="4372864"/>
                  </a:cubicBezTo>
                  <a:cubicBezTo>
                    <a:pt x="5717032" y="5434711"/>
                    <a:pt x="5440045" y="6432804"/>
                    <a:pt x="4937252" y="7183501"/>
                  </a:cubicBezTo>
                  <a:close/>
                </a:path>
              </a:pathLst>
            </a:custGeom>
            <a:solidFill>
              <a:srgbClr val="69765E"/>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1992801" y="3461165"/>
            <a:ext cx="14302399" cy="5555491"/>
            <a:chOff x="0" y="0"/>
            <a:chExt cx="1246525" cy="484188"/>
          </a:xfrm>
        </p:grpSpPr>
        <p:sp>
          <p:nvSpPr>
            <p:cNvPr name="Freeform 4" id="4"/>
            <p:cNvSpPr/>
            <p:nvPr/>
          </p:nvSpPr>
          <p:spPr>
            <a:xfrm flipH="false" flipV="false" rot="0">
              <a:off x="0" y="0"/>
              <a:ext cx="1246525" cy="484188"/>
            </a:xfrm>
            <a:custGeom>
              <a:avLst/>
              <a:gdLst/>
              <a:ahLst/>
              <a:cxnLst/>
              <a:rect r="r" b="b" t="t" l="l"/>
              <a:pathLst>
                <a:path h="484188" w="1246525">
                  <a:moveTo>
                    <a:pt x="0" y="0"/>
                  </a:moveTo>
                  <a:lnTo>
                    <a:pt x="1246525" y="0"/>
                  </a:lnTo>
                  <a:lnTo>
                    <a:pt x="1246525" y="484188"/>
                  </a:lnTo>
                  <a:lnTo>
                    <a:pt x="0" y="484188"/>
                  </a:lnTo>
                  <a:close/>
                </a:path>
              </a:pathLst>
            </a:custGeom>
            <a:solidFill>
              <a:srgbClr val="69765E"/>
            </a:solidFill>
          </p:spPr>
        </p:sp>
        <p:sp>
          <p:nvSpPr>
            <p:cNvPr name="TextBox 5" id="5"/>
            <p:cNvSpPr txBox="true"/>
            <p:nvPr/>
          </p:nvSpPr>
          <p:spPr>
            <a:xfrm>
              <a:off x="0" y="-38100"/>
              <a:ext cx="1246525" cy="52228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510896" y="3575856"/>
            <a:ext cx="4700990" cy="4589876"/>
          </a:xfrm>
          <a:custGeom>
            <a:avLst/>
            <a:gdLst/>
            <a:ahLst/>
            <a:cxnLst/>
            <a:rect r="r" b="b" t="t" l="l"/>
            <a:pathLst>
              <a:path h="4589876" w="4700990">
                <a:moveTo>
                  <a:pt x="0" y="0"/>
                </a:moveTo>
                <a:lnTo>
                  <a:pt x="4700991" y="0"/>
                </a:lnTo>
                <a:lnTo>
                  <a:pt x="4700991" y="4589876"/>
                </a:lnTo>
                <a:lnTo>
                  <a:pt x="0" y="45898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545323" y="4716977"/>
            <a:ext cx="790417" cy="732932"/>
          </a:xfrm>
          <a:custGeom>
            <a:avLst/>
            <a:gdLst/>
            <a:ahLst/>
            <a:cxnLst/>
            <a:rect r="r" b="b" t="t" l="l"/>
            <a:pathLst>
              <a:path h="732932" w="790417">
                <a:moveTo>
                  <a:pt x="0" y="0"/>
                </a:moveTo>
                <a:lnTo>
                  <a:pt x="790417" y="0"/>
                </a:lnTo>
                <a:lnTo>
                  <a:pt x="790417" y="732931"/>
                </a:lnTo>
                <a:lnTo>
                  <a:pt x="0" y="732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545323" y="6968009"/>
            <a:ext cx="790417" cy="732932"/>
          </a:xfrm>
          <a:custGeom>
            <a:avLst/>
            <a:gdLst/>
            <a:ahLst/>
            <a:cxnLst/>
            <a:rect r="r" b="b" t="t" l="l"/>
            <a:pathLst>
              <a:path h="732932" w="790417">
                <a:moveTo>
                  <a:pt x="0" y="0"/>
                </a:moveTo>
                <a:lnTo>
                  <a:pt x="790417" y="0"/>
                </a:lnTo>
                <a:lnTo>
                  <a:pt x="790417" y="732931"/>
                </a:lnTo>
                <a:lnTo>
                  <a:pt x="0" y="732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5400000">
            <a:off x="1194336" y="-3078617"/>
            <a:ext cx="4282808" cy="6963915"/>
          </a:xfrm>
          <a:custGeom>
            <a:avLst/>
            <a:gdLst/>
            <a:ahLst/>
            <a:cxnLst/>
            <a:rect r="r" b="b" t="t" l="l"/>
            <a:pathLst>
              <a:path h="6963915" w="4282808">
                <a:moveTo>
                  <a:pt x="0" y="0"/>
                </a:moveTo>
                <a:lnTo>
                  <a:pt x="4282808" y="0"/>
                </a:lnTo>
                <a:lnTo>
                  <a:pt x="4282808" y="6963915"/>
                </a:lnTo>
                <a:lnTo>
                  <a:pt x="0" y="6963915"/>
                </a:lnTo>
                <a:lnTo>
                  <a:pt x="0" y="0"/>
                </a:lnTo>
                <a:close/>
              </a:path>
            </a:pathLst>
          </a:custGeom>
          <a:blipFill>
            <a:blip r:embed="rId7"/>
            <a:stretch>
              <a:fillRect l="0" t="0" r="0" b="0"/>
            </a:stretch>
          </a:blipFill>
        </p:spPr>
      </p:sp>
      <p:sp>
        <p:nvSpPr>
          <p:cNvPr name="TextBox 10" id="10"/>
          <p:cNvSpPr txBox="true"/>
          <p:nvPr/>
        </p:nvSpPr>
        <p:spPr>
          <a:xfrm rot="0">
            <a:off x="3600829" y="4028072"/>
            <a:ext cx="6910068" cy="20726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TextBox 11" id="11"/>
          <p:cNvSpPr txBox="true"/>
          <p:nvPr/>
        </p:nvSpPr>
        <p:spPr>
          <a:xfrm rot="0">
            <a:off x="4341036" y="685800"/>
            <a:ext cx="9605929" cy="2142633"/>
          </a:xfrm>
          <a:prstGeom prst="rect">
            <a:avLst/>
          </a:prstGeom>
        </p:spPr>
        <p:txBody>
          <a:bodyPr anchor="t" rtlCol="false" tIns="0" lIns="0" bIns="0" rIns="0">
            <a:spAutoFit/>
          </a:bodyPr>
          <a:lstStyle/>
          <a:p>
            <a:pPr algn="ctr">
              <a:lnSpc>
                <a:spcPts val="15711"/>
              </a:lnSpc>
            </a:pPr>
            <a:r>
              <a:rPr lang="en-US" b="true" sz="11222">
                <a:solidFill>
                  <a:srgbClr val="1E2E1D"/>
                </a:solidFill>
                <a:latin typeface="The Seasons Bold"/>
                <a:ea typeface="The Seasons Bold"/>
                <a:cs typeface="The Seasons Bold"/>
                <a:sym typeface="The Seasons Bold"/>
              </a:rPr>
              <a:t>Method</a:t>
            </a:r>
          </a:p>
        </p:txBody>
      </p:sp>
      <p:sp>
        <p:nvSpPr>
          <p:cNvPr name="TextBox 12" id="12"/>
          <p:cNvSpPr txBox="true"/>
          <p:nvPr/>
        </p:nvSpPr>
        <p:spPr>
          <a:xfrm rot="0">
            <a:off x="3600829" y="6434257"/>
            <a:ext cx="6910068" cy="2072640"/>
          </a:xfrm>
          <a:prstGeom prst="rect">
            <a:avLst/>
          </a:prstGeom>
        </p:spPr>
        <p:txBody>
          <a:bodyPr anchor="t" rtlCol="false" tIns="0" lIns="0" bIns="0" rIns="0">
            <a:spAutoFit/>
          </a:bodyPr>
          <a:lstStyle/>
          <a:p>
            <a:pPr algn="l">
              <a:lnSpc>
                <a:spcPts val="3359"/>
              </a:lnSpc>
            </a:pPr>
            <a:r>
              <a:rPr lang="en-US" sz="2400">
                <a:solidFill>
                  <a:srgbClr val="FFFF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Freeform 13" id="13"/>
          <p:cNvSpPr/>
          <p:nvPr/>
        </p:nvSpPr>
        <p:spPr>
          <a:xfrm flipH="false" flipV="false" rot="5699190">
            <a:off x="13196612" y="6716548"/>
            <a:ext cx="4030549" cy="6553738"/>
          </a:xfrm>
          <a:custGeom>
            <a:avLst/>
            <a:gdLst/>
            <a:ahLst/>
            <a:cxnLst/>
            <a:rect r="r" b="b" t="t" l="l"/>
            <a:pathLst>
              <a:path h="6553738" w="4030549">
                <a:moveTo>
                  <a:pt x="0" y="0"/>
                </a:moveTo>
                <a:lnTo>
                  <a:pt x="4030549" y="0"/>
                </a:lnTo>
                <a:lnTo>
                  <a:pt x="4030549" y="6553737"/>
                </a:lnTo>
                <a:lnTo>
                  <a:pt x="0" y="6553737"/>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5371863" y="-748432"/>
            <a:ext cx="13555950" cy="11783865"/>
            <a:chOff x="0" y="0"/>
            <a:chExt cx="1181468" cy="1027022"/>
          </a:xfrm>
        </p:grpSpPr>
        <p:sp>
          <p:nvSpPr>
            <p:cNvPr name="Freeform 4" id="4"/>
            <p:cNvSpPr/>
            <p:nvPr/>
          </p:nvSpPr>
          <p:spPr>
            <a:xfrm flipH="false" flipV="false" rot="0">
              <a:off x="0" y="0"/>
              <a:ext cx="1181468" cy="1027022"/>
            </a:xfrm>
            <a:custGeom>
              <a:avLst/>
              <a:gdLst/>
              <a:ahLst/>
              <a:cxnLst/>
              <a:rect r="r" b="b" t="t" l="l"/>
              <a:pathLst>
                <a:path h="1027022" w="1181468">
                  <a:moveTo>
                    <a:pt x="0" y="0"/>
                  </a:moveTo>
                  <a:lnTo>
                    <a:pt x="1181468" y="0"/>
                  </a:lnTo>
                  <a:lnTo>
                    <a:pt x="1181468" y="1027022"/>
                  </a:lnTo>
                  <a:lnTo>
                    <a:pt x="0" y="1027022"/>
                  </a:lnTo>
                  <a:close/>
                </a:path>
              </a:pathLst>
            </a:custGeom>
            <a:solidFill>
              <a:srgbClr val="F4DDC0"/>
            </a:solidFill>
          </p:spPr>
        </p:sp>
        <p:sp>
          <p:nvSpPr>
            <p:cNvPr name="TextBox 5" id="5"/>
            <p:cNvSpPr txBox="true"/>
            <p:nvPr/>
          </p:nvSpPr>
          <p:spPr>
            <a:xfrm>
              <a:off x="0" y="-38100"/>
              <a:ext cx="1181468" cy="106512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234916" y="4033427"/>
            <a:ext cx="1110073" cy="1110073"/>
          </a:xfrm>
          <a:custGeom>
            <a:avLst/>
            <a:gdLst/>
            <a:ahLst/>
            <a:cxnLst/>
            <a:rect r="r" b="b" t="t" l="l"/>
            <a:pathLst>
              <a:path h="1110073" w="1110073">
                <a:moveTo>
                  <a:pt x="0" y="0"/>
                </a:moveTo>
                <a:lnTo>
                  <a:pt x="1110073" y="0"/>
                </a:lnTo>
                <a:lnTo>
                  <a:pt x="1110073" y="1110073"/>
                </a:lnTo>
                <a:lnTo>
                  <a:pt x="0" y="1110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34916" y="7049479"/>
            <a:ext cx="1110073" cy="1110073"/>
          </a:xfrm>
          <a:custGeom>
            <a:avLst/>
            <a:gdLst/>
            <a:ahLst/>
            <a:cxnLst/>
            <a:rect r="r" b="b" t="t" l="l"/>
            <a:pathLst>
              <a:path h="1110073" w="1110073">
                <a:moveTo>
                  <a:pt x="0" y="0"/>
                </a:moveTo>
                <a:lnTo>
                  <a:pt x="1110073" y="0"/>
                </a:lnTo>
                <a:lnTo>
                  <a:pt x="1110073" y="1110073"/>
                </a:lnTo>
                <a:lnTo>
                  <a:pt x="0" y="1110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a:grpSpLocks noChangeAspect="true"/>
          </p:cNvGrpSpPr>
          <p:nvPr/>
        </p:nvGrpSpPr>
        <p:grpSpPr>
          <a:xfrm rot="0">
            <a:off x="2481960" y="1639254"/>
            <a:ext cx="5068425" cy="6982532"/>
            <a:chOff x="0" y="0"/>
            <a:chExt cx="6342380" cy="8737600"/>
          </a:xfrm>
        </p:grpSpPr>
        <p:sp>
          <p:nvSpPr>
            <p:cNvPr name="Freeform 9" id="9"/>
            <p:cNvSpPr/>
            <p:nvPr/>
          </p:nvSpPr>
          <p:spPr>
            <a:xfrm flipH="false" flipV="false" rot="0">
              <a:off x="628650" y="391160"/>
              <a:ext cx="5085080" cy="7955280"/>
            </a:xfrm>
            <a:custGeom>
              <a:avLst/>
              <a:gdLst/>
              <a:ahLst/>
              <a:cxnLst/>
              <a:rect r="r" b="b" t="t" l="l"/>
              <a:pathLst>
                <a:path h="7955280" w="5085080">
                  <a:moveTo>
                    <a:pt x="2542540" y="7955280"/>
                  </a:moveTo>
                  <a:cubicBezTo>
                    <a:pt x="1140460" y="7955280"/>
                    <a:pt x="0" y="6814820"/>
                    <a:pt x="0" y="5412740"/>
                  </a:cubicBezTo>
                  <a:lnTo>
                    <a:pt x="0" y="2542540"/>
                  </a:lnTo>
                  <a:cubicBezTo>
                    <a:pt x="0" y="1140460"/>
                    <a:pt x="1140460" y="0"/>
                    <a:pt x="2542540" y="0"/>
                  </a:cubicBezTo>
                  <a:cubicBezTo>
                    <a:pt x="3944620" y="0"/>
                    <a:pt x="5085080" y="1140460"/>
                    <a:pt x="5085080" y="2542540"/>
                  </a:cubicBezTo>
                  <a:lnTo>
                    <a:pt x="5085080" y="5412740"/>
                  </a:lnTo>
                  <a:cubicBezTo>
                    <a:pt x="5085080" y="6814820"/>
                    <a:pt x="3944620" y="7955280"/>
                    <a:pt x="2542540" y="7955280"/>
                  </a:cubicBezTo>
                  <a:close/>
                </a:path>
              </a:pathLst>
            </a:custGeom>
            <a:blipFill>
              <a:blip r:embed="rId5"/>
              <a:stretch>
                <a:fillRect l="-2195" t="0" r="-2195" b="0"/>
              </a:stretch>
            </a:blipFill>
          </p:spPr>
        </p:sp>
        <p:sp>
          <p:nvSpPr>
            <p:cNvPr name="Freeform 10" id="10"/>
            <p:cNvSpPr/>
            <p:nvPr/>
          </p:nvSpPr>
          <p:spPr>
            <a:xfrm flipH="false" flipV="false" rot="0">
              <a:off x="0" y="0"/>
              <a:ext cx="6342380" cy="8737600"/>
            </a:xfrm>
            <a:custGeom>
              <a:avLst/>
              <a:gdLst/>
              <a:ahLst/>
              <a:cxnLst/>
              <a:rect r="r" b="b" t="t" l="l"/>
              <a:pathLst>
                <a:path h="8737600" w="6342380">
                  <a:moveTo>
                    <a:pt x="3171190" y="381000"/>
                  </a:moveTo>
                  <a:cubicBezTo>
                    <a:pt x="1764030" y="381000"/>
                    <a:pt x="618490" y="1526540"/>
                    <a:pt x="618490" y="2933700"/>
                  </a:cubicBezTo>
                  <a:lnTo>
                    <a:pt x="618490" y="5803900"/>
                  </a:lnTo>
                  <a:cubicBezTo>
                    <a:pt x="618490" y="7211060"/>
                    <a:pt x="1764030" y="8356600"/>
                    <a:pt x="3171190" y="8356600"/>
                  </a:cubicBezTo>
                  <a:cubicBezTo>
                    <a:pt x="4578350" y="8356600"/>
                    <a:pt x="5723890" y="7211060"/>
                    <a:pt x="5723890" y="5803900"/>
                  </a:cubicBezTo>
                  <a:lnTo>
                    <a:pt x="5723890" y="2933700"/>
                  </a:lnTo>
                  <a:cubicBezTo>
                    <a:pt x="5723890" y="1526540"/>
                    <a:pt x="4578350" y="381000"/>
                    <a:pt x="3171190" y="381000"/>
                  </a:cubicBezTo>
                  <a:close/>
                  <a:moveTo>
                    <a:pt x="5704840" y="5803900"/>
                  </a:moveTo>
                  <a:cubicBezTo>
                    <a:pt x="5704840" y="7200900"/>
                    <a:pt x="4568190" y="8337550"/>
                    <a:pt x="3171190" y="8337550"/>
                  </a:cubicBezTo>
                  <a:cubicBezTo>
                    <a:pt x="1774190" y="8337550"/>
                    <a:pt x="637540" y="7200900"/>
                    <a:pt x="637540" y="5803900"/>
                  </a:cubicBezTo>
                  <a:lnTo>
                    <a:pt x="637540" y="2933700"/>
                  </a:lnTo>
                  <a:cubicBezTo>
                    <a:pt x="637540" y="1536700"/>
                    <a:pt x="1774190" y="400050"/>
                    <a:pt x="3171190" y="400050"/>
                  </a:cubicBezTo>
                  <a:cubicBezTo>
                    <a:pt x="4568190" y="400050"/>
                    <a:pt x="5704840" y="1536700"/>
                    <a:pt x="5704840" y="2933700"/>
                  </a:cubicBezTo>
                  <a:lnTo>
                    <a:pt x="5704840" y="5803900"/>
                  </a:lnTo>
                  <a:close/>
                  <a:moveTo>
                    <a:pt x="6277610" y="3246120"/>
                  </a:moveTo>
                  <a:cubicBezTo>
                    <a:pt x="6240780" y="3230880"/>
                    <a:pt x="6207760" y="3208020"/>
                    <a:pt x="6179820" y="3180080"/>
                  </a:cubicBezTo>
                  <a:cubicBezTo>
                    <a:pt x="6151880" y="3152140"/>
                    <a:pt x="6129020" y="3119120"/>
                    <a:pt x="6113780" y="3082290"/>
                  </a:cubicBezTo>
                  <a:cubicBezTo>
                    <a:pt x="6109970" y="3073400"/>
                    <a:pt x="6107430" y="3064510"/>
                    <a:pt x="6103620" y="3055620"/>
                  </a:cubicBezTo>
                  <a:lnTo>
                    <a:pt x="6103620" y="2933700"/>
                  </a:lnTo>
                  <a:cubicBezTo>
                    <a:pt x="6103620" y="2150110"/>
                    <a:pt x="5798820" y="1413510"/>
                    <a:pt x="5245100" y="859790"/>
                  </a:cubicBezTo>
                  <a:cubicBezTo>
                    <a:pt x="4691380" y="304800"/>
                    <a:pt x="3954780" y="0"/>
                    <a:pt x="3171190" y="0"/>
                  </a:cubicBezTo>
                  <a:cubicBezTo>
                    <a:pt x="2387600" y="0"/>
                    <a:pt x="1651000" y="304800"/>
                    <a:pt x="1097280" y="858520"/>
                  </a:cubicBezTo>
                  <a:cubicBezTo>
                    <a:pt x="543560" y="1413510"/>
                    <a:pt x="238760" y="2150110"/>
                    <a:pt x="238760" y="2933700"/>
                  </a:cubicBezTo>
                  <a:lnTo>
                    <a:pt x="238760" y="5267960"/>
                  </a:lnTo>
                  <a:cubicBezTo>
                    <a:pt x="236220" y="5276850"/>
                    <a:pt x="232410" y="5285740"/>
                    <a:pt x="228600" y="5294630"/>
                  </a:cubicBezTo>
                  <a:cubicBezTo>
                    <a:pt x="213360" y="5331460"/>
                    <a:pt x="190500" y="5364480"/>
                    <a:pt x="162560" y="5392420"/>
                  </a:cubicBezTo>
                  <a:cubicBezTo>
                    <a:pt x="134620" y="5420360"/>
                    <a:pt x="101600" y="5443220"/>
                    <a:pt x="64770" y="5458460"/>
                  </a:cubicBezTo>
                  <a:cubicBezTo>
                    <a:pt x="43180" y="5467350"/>
                    <a:pt x="21590" y="5473700"/>
                    <a:pt x="0" y="5477510"/>
                  </a:cubicBezTo>
                  <a:cubicBezTo>
                    <a:pt x="22860" y="5481320"/>
                    <a:pt x="44450" y="5487670"/>
                    <a:pt x="64770" y="5496560"/>
                  </a:cubicBezTo>
                  <a:cubicBezTo>
                    <a:pt x="101600" y="5511800"/>
                    <a:pt x="134620" y="5534660"/>
                    <a:pt x="162560" y="5562600"/>
                  </a:cubicBezTo>
                  <a:cubicBezTo>
                    <a:pt x="190500" y="5590541"/>
                    <a:pt x="213360" y="5623560"/>
                    <a:pt x="228600" y="5660391"/>
                  </a:cubicBezTo>
                  <a:cubicBezTo>
                    <a:pt x="232410" y="5669281"/>
                    <a:pt x="234950" y="5678170"/>
                    <a:pt x="238760" y="5687061"/>
                  </a:cubicBezTo>
                  <a:lnTo>
                    <a:pt x="238760" y="5805170"/>
                  </a:lnTo>
                  <a:cubicBezTo>
                    <a:pt x="238760" y="6588761"/>
                    <a:pt x="543560" y="7325361"/>
                    <a:pt x="1097280" y="7879080"/>
                  </a:cubicBezTo>
                  <a:cubicBezTo>
                    <a:pt x="1651000" y="8432800"/>
                    <a:pt x="2387600" y="8737600"/>
                    <a:pt x="3171190" y="8737600"/>
                  </a:cubicBezTo>
                  <a:cubicBezTo>
                    <a:pt x="3954780" y="8737600"/>
                    <a:pt x="4691380" y="8432800"/>
                    <a:pt x="5245100" y="7879080"/>
                  </a:cubicBezTo>
                  <a:cubicBezTo>
                    <a:pt x="5798820" y="7325361"/>
                    <a:pt x="6103620" y="6588761"/>
                    <a:pt x="6103620" y="5805170"/>
                  </a:cubicBezTo>
                  <a:lnTo>
                    <a:pt x="6103620" y="3474720"/>
                  </a:lnTo>
                  <a:cubicBezTo>
                    <a:pt x="6106160" y="3465830"/>
                    <a:pt x="6109970" y="3456940"/>
                    <a:pt x="6113780" y="3448050"/>
                  </a:cubicBezTo>
                  <a:cubicBezTo>
                    <a:pt x="6129020" y="3411220"/>
                    <a:pt x="6151880" y="3378200"/>
                    <a:pt x="6179820" y="3350260"/>
                  </a:cubicBezTo>
                  <a:cubicBezTo>
                    <a:pt x="6207760" y="3322320"/>
                    <a:pt x="6240780" y="3299460"/>
                    <a:pt x="6277610" y="3284220"/>
                  </a:cubicBezTo>
                  <a:cubicBezTo>
                    <a:pt x="6299200" y="3275330"/>
                    <a:pt x="6320790" y="3268980"/>
                    <a:pt x="6342380" y="3265170"/>
                  </a:cubicBezTo>
                  <a:cubicBezTo>
                    <a:pt x="6320790" y="3261360"/>
                    <a:pt x="6299200" y="3255010"/>
                    <a:pt x="6277610" y="3246120"/>
                  </a:cubicBezTo>
                  <a:close/>
                  <a:moveTo>
                    <a:pt x="5232400" y="7865110"/>
                  </a:moveTo>
                  <a:cubicBezTo>
                    <a:pt x="4682490" y="8415020"/>
                    <a:pt x="3949700" y="8718550"/>
                    <a:pt x="3171190" y="8718550"/>
                  </a:cubicBezTo>
                  <a:cubicBezTo>
                    <a:pt x="2392680" y="8718550"/>
                    <a:pt x="1661160" y="8415020"/>
                    <a:pt x="1109980" y="7865110"/>
                  </a:cubicBezTo>
                  <a:cubicBezTo>
                    <a:pt x="560070" y="7315200"/>
                    <a:pt x="256540" y="6582410"/>
                    <a:pt x="256540" y="5803900"/>
                  </a:cubicBezTo>
                  <a:lnTo>
                    <a:pt x="256540" y="5685790"/>
                  </a:lnTo>
                  <a:cubicBezTo>
                    <a:pt x="259080" y="5676900"/>
                    <a:pt x="262890" y="5668010"/>
                    <a:pt x="266700" y="5659120"/>
                  </a:cubicBezTo>
                  <a:cubicBezTo>
                    <a:pt x="281940" y="5622290"/>
                    <a:pt x="304800" y="5589270"/>
                    <a:pt x="332740" y="5561330"/>
                  </a:cubicBezTo>
                  <a:cubicBezTo>
                    <a:pt x="360680" y="5533390"/>
                    <a:pt x="393700" y="5510530"/>
                    <a:pt x="430530" y="5495290"/>
                  </a:cubicBezTo>
                  <a:cubicBezTo>
                    <a:pt x="452120" y="5486400"/>
                    <a:pt x="473710" y="5480050"/>
                    <a:pt x="495300" y="5476240"/>
                  </a:cubicBezTo>
                  <a:cubicBezTo>
                    <a:pt x="472440" y="5472430"/>
                    <a:pt x="450850" y="5466080"/>
                    <a:pt x="430530" y="5457190"/>
                  </a:cubicBezTo>
                  <a:cubicBezTo>
                    <a:pt x="393700" y="5441950"/>
                    <a:pt x="360680" y="5419090"/>
                    <a:pt x="332740" y="5391150"/>
                  </a:cubicBezTo>
                  <a:cubicBezTo>
                    <a:pt x="304800" y="5363209"/>
                    <a:pt x="281940" y="5330190"/>
                    <a:pt x="266700" y="5293359"/>
                  </a:cubicBezTo>
                  <a:cubicBezTo>
                    <a:pt x="262890" y="5284469"/>
                    <a:pt x="260350" y="5275580"/>
                    <a:pt x="256540" y="5266689"/>
                  </a:cubicBezTo>
                  <a:lnTo>
                    <a:pt x="256540" y="2933700"/>
                  </a:lnTo>
                  <a:cubicBezTo>
                    <a:pt x="256540" y="2155190"/>
                    <a:pt x="560070" y="1423670"/>
                    <a:pt x="1109980" y="872490"/>
                  </a:cubicBezTo>
                  <a:cubicBezTo>
                    <a:pt x="1659890" y="322580"/>
                    <a:pt x="2392680" y="19050"/>
                    <a:pt x="3171190" y="19050"/>
                  </a:cubicBezTo>
                  <a:cubicBezTo>
                    <a:pt x="3949700" y="19050"/>
                    <a:pt x="4681220" y="322580"/>
                    <a:pt x="5232400" y="872490"/>
                  </a:cubicBezTo>
                  <a:cubicBezTo>
                    <a:pt x="5782310" y="1422400"/>
                    <a:pt x="6085840" y="2155190"/>
                    <a:pt x="6085840" y="2933700"/>
                  </a:cubicBezTo>
                  <a:lnTo>
                    <a:pt x="6085840" y="3056890"/>
                  </a:lnTo>
                  <a:cubicBezTo>
                    <a:pt x="6083300" y="3065780"/>
                    <a:pt x="6079490" y="3074670"/>
                    <a:pt x="6075680" y="3083560"/>
                  </a:cubicBezTo>
                  <a:cubicBezTo>
                    <a:pt x="6060440" y="3120390"/>
                    <a:pt x="6037580" y="3153410"/>
                    <a:pt x="6009640" y="3181350"/>
                  </a:cubicBezTo>
                  <a:cubicBezTo>
                    <a:pt x="5981700" y="3209290"/>
                    <a:pt x="5948680" y="3232150"/>
                    <a:pt x="5911850" y="3247390"/>
                  </a:cubicBezTo>
                  <a:cubicBezTo>
                    <a:pt x="5890260" y="3256280"/>
                    <a:pt x="5868670" y="3262630"/>
                    <a:pt x="5847080" y="3266440"/>
                  </a:cubicBezTo>
                  <a:cubicBezTo>
                    <a:pt x="5869940" y="3270250"/>
                    <a:pt x="5891530" y="3276600"/>
                    <a:pt x="5911850" y="3285490"/>
                  </a:cubicBezTo>
                  <a:cubicBezTo>
                    <a:pt x="5948680" y="3300730"/>
                    <a:pt x="5981700" y="3323590"/>
                    <a:pt x="6009640" y="3351530"/>
                  </a:cubicBezTo>
                  <a:cubicBezTo>
                    <a:pt x="6037580" y="3379470"/>
                    <a:pt x="6060440" y="3412490"/>
                    <a:pt x="6075680" y="3449320"/>
                  </a:cubicBezTo>
                  <a:cubicBezTo>
                    <a:pt x="6079490" y="3458211"/>
                    <a:pt x="6082030" y="3467100"/>
                    <a:pt x="6085840" y="3475991"/>
                  </a:cubicBezTo>
                  <a:lnTo>
                    <a:pt x="6085840" y="5803900"/>
                  </a:lnTo>
                  <a:cubicBezTo>
                    <a:pt x="6085840" y="6582410"/>
                    <a:pt x="5782310" y="7313930"/>
                    <a:pt x="5232400" y="7865110"/>
                  </a:cubicBezTo>
                  <a:close/>
                </a:path>
              </a:pathLst>
            </a:custGeom>
            <a:solidFill>
              <a:srgbClr val="FAFEFF"/>
            </a:solidFill>
          </p:spPr>
        </p:sp>
      </p:grpSp>
      <p:sp>
        <p:nvSpPr>
          <p:cNvPr name="Freeform 11" id="11"/>
          <p:cNvSpPr/>
          <p:nvPr/>
        </p:nvSpPr>
        <p:spPr>
          <a:xfrm flipH="false" flipV="false" rot="-1848361">
            <a:off x="1520105" y="4805590"/>
            <a:ext cx="2687391" cy="6676748"/>
          </a:xfrm>
          <a:custGeom>
            <a:avLst/>
            <a:gdLst/>
            <a:ahLst/>
            <a:cxnLst/>
            <a:rect r="r" b="b" t="t" l="l"/>
            <a:pathLst>
              <a:path h="6676748" w="2687391">
                <a:moveTo>
                  <a:pt x="0" y="0"/>
                </a:moveTo>
                <a:lnTo>
                  <a:pt x="2687391" y="0"/>
                </a:lnTo>
                <a:lnTo>
                  <a:pt x="2687391" y="6676748"/>
                </a:lnTo>
                <a:lnTo>
                  <a:pt x="0" y="6676748"/>
                </a:lnTo>
                <a:lnTo>
                  <a:pt x="0" y="0"/>
                </a:lnTo>
                <a:close/>
              </a:path>
            </a:pathLst>
          </a:custGeom>
          <a:blipFill>
            <a:blip r:embed="rId6"/>
            <a:stretch>
              <a:fillRect l="0" t="0" r="0" b="0"/>
            </a:stretch>
          </a:blipFill>
        </p:spPr>
      </p:sp>
      <p:sp>
        <p:nvSpPr>
          <p:cNvPr name="TextBox 12" id="12"/>
          <p:cNvSpPr txBox="true"/>
          <p:nvPr/>
        </p:nvSpPr>
        <p:spPr>
          <a:xfrm rot="0">
            <a:off x="7893285" y="1033002"/>
            <a:ext cx="9605929" cy="2142633"/>
          </a:xfrm>
          <a:prstGeom prst="rect">
            <a:avLst/>
          </a:prstGeom>
        </p:spPr>
        <p:txBody>
          <a:bodyPr anchor="t" rtlCol="false" tIns="0" lIns="0" bIns="0" rIns="0">
            <a:spAutoFit/>
          </a:bodyPr>
          <a:lstStyle/>
          <a:p>
            <a:pPr algn="ctr">
              <a:lnSpc>
                <a:spcPts val="15711"/>
              </a:lnSpc>
            </a:pPr>
            <a:r>
              <a:rPr lang="en-US" b="true" sz="11222">
                <a:solidFill>
                  <a:srgbClr val="1E2E1D"/>
                </a:solidFill>
                <a:latin typeface="The Seasons Bold"/>
                <a:ea typeface="The Seasons Bold"/>
                <a:cs typeface="The Seasons Bold"/>
                <a:sym typeface="The Seasons Bold"/>
              </a:rPr>
              <a:t>Discussion</a:t>
            </a:r>
          </a:p>
        </p:txBody>
      </p:sp>
      <p:sp>
        <p:nvSpPr>
          <p:cNvPr name="TextBox 13" id="13"/>
          <p:cNvSpPr txBox="true"/>
          <p:nvPr/>
        </p:nvSpPr>
        <p:spPr>
          <a:xfrm rot="0">
            <a:off x="9686620" y="3771912"/>
            <a:ext cx="6959509" cy="20726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TextBox 14" id="14"/>
          <p:cNvSpPr txBox="true"/>
          <p:nvPr/>
        </p:nvSpPr>
        <p:spPr>
          <a:xfrm rot="0">
            <a:off x="9686620" y="6549146"/>
            <a:ext cx="6959509" cy="20726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2312707" y="3461165"/>
            <a:ext cx="13662586" cy="5279095"/>
            <a:chOff x="0" y="0"/>
            <a:chExt cx="1190762" cy="460099"/>
          </a:xfrm>
        </p:grpSpPr>
        <p:sp>
          <p:nvSpPr>
            <p:cNvPr name="Freeform 4" id="4"/>
            <p:cNvSpPr/>
            <p:nvPr/>
          </p:nvSpPr>
          <p:spPr>
            <a:xfrm flipH="false" flipV="false" rot="0">
              <a:off x="0" y="0"/>
              <a:ext cx="1190762" cy="460099"/>
            </a:xfrm>
            <a:custGeom>
              <a:avLst/>
              <a:gdLst/>
              <a:ahLst/>
              <a:cxnLst/>
              <a:rect r="r" b="b" t="t" l="l"/>
              <a:pathLst>
                <a:path h="460099" w="1190762">
                  <a:moveTo>
                    <a:pt x="0" y="0"/>
                  </a:moveTo>
                  <a:lnTo>
                    <a:pt x="1190762" y="0"/>
                  </a:lnTo>
                  <a:lnTo>
                    <a:pt x="1190762" y="460099"/>
                  </a:lnTo>
                  <a:lnTo>
                    <a:pt x="0" y="460099"/>
                  </a:lnTo>
                  <a:close/>
                </a:path>
              </a:pathLst>
            </a:custGeom>
            <a:solidFill>
              <a:srgbClr val="F4DDC0"/>
            </a:solidFill>
          </p:spPr>
        </p:sp>
        <p:sp>
          <p:nvSpPr>
            <p:cNvPr name="TextBox 5" id="5"/>
            <p:cNvSpPr txBox="true"/>
            <p:nvPr/>
          </p:nvSpPr>
          <p:spPr>
            <a:xfrm>
              <a:off x="0" y="-38100"/>
              <a:ext cx="1190762" cy="4981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83093">
            <a:off x="14491856" y="6312200"/>
            <a:ext cx="4388167" cy="4856120"/>
          </a:xfrm>
          <a:custGeom>
            <a:avLst/>
            <a:gdLst/>
            <a:ahLst/>
            <a:cxnLst/>
            <a:rect r="r" b="b" t="t" l="l"/>
            <a:pathLst>
              <a:path h="4856120" w="4388167">
                <a:moveTo>
                  <a:pt x="0" y="0"/>
                </a:moveTo>
                <a:lnTo>
                  <a:pt x="4388167" y="0"/>
                </a:lnTo>
                <a:lnTo>
                  <a:pt x="4388167" y="4856120"/>
                </a:lnTo>
                <a:lnTo>
                  <a:pt x="0" y="4856120"/>
                </a:lnTo>
                <a:lnTo>
                  <a:pt x="0" y="0"/>
                </a:lnTo>
                <a:close/>
              </a:path>
            </a:pathLst>
          </a:custGeom>
          <a:blipFill>
            <a:blip r:embed="rId3"/>
            <a:stretch>
              <a:fillRect l="0" t="0" r="0" b="0"/>
            </a:stretch>
          </a:blipFill>
        </p:spPr>
      </p:sp>
      <p:grpSp>
        <p:nvGrpSpPr>
          <p:cNvPr name="Group 7" id="7"/>
          <p:cNvGrpSpPr>
            <a:grpSpLocks noChangeAspect="true"/>
          </p:cNvGrpSpPr>
          <p:nvPr/>
        </p:nvGrpSpPr>
        <p:grpSpPr>
          <a:xfrm rot="0">
            <a:off x="12368385" y="2731720"/>
            <a:ext cx="4890915" cy="6737985"/>
            <a:chOff x="0" y="0"/>
            <a:chExt cx="6342380" cy="8737600"/>
          </a:xfrm>
        </p:grpSpPr>
        <p:sp>
          <p:nvSpPr>
            <p:cNvPr name="Freeform 8" id="8"/>
            <p:cNvSpPr/>
            <p:nvPr/>
          </p:nvSpPr>
          <p:spPr>
            <a:xfrm flipH="false" flipV="false" rot="0">
              <a:off x="628650" y="391160"/>
              <a:ext cx="5085080" cy="7955280"/>
            </a:xfrm>
            <a:custGeom>
              <a:avLst/>
              <a:gdLst/>
              <a:ahLst/>
              <a:cxnLst/>
              <a:rect r="r" b="b" t="t" l="l"/>
              <a:pathLst>
                <a:path h="7955280" w="5085080">
                  <a:moveTo>
                    <a:pt x="2542540" y="7955280"/>
                  </a:moveTo>
                  <a:cubicBezTo>
                    <a:pt x="1140460" y="7955280"/>
                    <a:pt x="0" y="6814820"/>
                    <a:pt x="0" y="5412740"/>
                  </a:cubicBezTo>
                  <a:lnTo>
                    <a:pt x="0" y="2542540"/>
                  </a:lnTo>
                  <a:cubicBezTo>
                    <a:pt x="0" y="1140460"/>
                    <a:pt x="1140460" y="0"/>
                    <a:pt x="2542540" y="0"/>
                  </a:cubicBezTo>
                  <a:cubicBezTo>
                    <a:pt x="3944620" y="0"/>
                    <a:pt x="5085080" y="1140460"/>
                    <a:pt x="5085080" y="2542540"/>
                  </a:cubicBezTo>
                  <a:lnTo>
                    <a:pt x="5085080" y="5412740"/>
                  </a:lnTo>
                  <a:cubicBezTo>
                    <a:pt x="5085080" y="6814820"/>
                    <a:pt x="3944620" y="7955280"/>
                    <a:pt x="2542540" y="7955280"/>
                  </a:cubicBezTo>
                  <a:close/>
                </a:path>
              </a:pathLst>
            </a:custGeom>
            <a:blipFill>
              <a:blip r:embed="rId4"/>
              <a:stretch>
                <a:fillRect l="-67226" t="0" r="-67226" b="0"/>
              </a:stretch>
            </a:blipFill>
          </p:spPr>
        </p:sp>
        <p:sp>
          <p:nvSpPr>
            <p:cNvPr name="Freeform 9" id="9"/>
            <p:cNvSpPr/>
            <p:nvPr/>
          </p:nvSpPr>
          <p:spPr>
            <a:xfrm flipH="false" flipV="false" rot="0">
              <a:off x="0" y="0"/>
              <a:ext cx="6342380" cy="8737600"/>
            </a:xfrm>
            <a:custGeom>
              <a:avLst/>
              <a:gdLst/>
              <a:ahLst/>
              <a:cxnLst/>
              <a:rect r="r" b="b" t="t" l="l"/>
              <a:pathLst>
                <a:path h="8737600" w="6342380">
                  <a:moveTo>
                    <a:pt x="3171190" y="381000"/>
                  </a:moveTo>
                  <a:cubicBezTo>
                    <a:pt x="1764030" y="381000"/>
                    <a:pt x="618490" y="1526540"/>
                    <a:pt x="618490" y="2933700"/>
                  </a:cubicBezTo>
                  <a:lnTo>
                    <a:pt x="618490" y="5803900"/>
                  </a:lnTo>
                  <a:cubicBezTo>
                    <a:pt x="618490" y="7211060"/>
                    <a:pt x="1764030" y="8356600"/>
                    <a:pt x="3171190" y="8356600"/>
                  </a:cubicBezTo>
                  <a:cubicBezTo>
                    <a:pt x="4578350" y="8356600"/>
                    <a:pt x="5723890" y="7211060"/>
                    <a:pt x="5723890" y="5803900"/>
                  </a:cubicBezTo>
                  <a:lnTo>
                    <a:pt x="5723890" y="2933700"/>
                  </a:lnTo>
                  <a:cubicBezTo>
                    <a:pt x="5723890" y="1526540"/>
                    <a:pt x="4578350" y="381000"/>
                    <a:pt x="3171190" y="381000"/>
                  </a:cubicBezTo>
                  <a:close/>
                  <a:moveTo>
                    <a:pt x="5704840" y="5803900"/>
                  </a:moveTo>
                  <a:cubicBezTo>
                    <a:pt x="5704840" y="7200900"/>
                    <a:pt x="4568190" y="8337550"/>
                    <a:pt x="3171190" y="8337550"/>
                  </a:cubicBezTo>
                  <a:cubicBezTo>
                    <a:pt x="1774190" y="8337550"/>
                    <a:pt x="637540" y="7200900"/>
                    <a:pt x="637540" y="5803900"/>
                  </a:cubicBezTo>
                  <a:lnTo>
                    <a:pt x="637540" y="2933700"/>
                  </a:lnTo>
                  <a:cubicBezTo>
                    <a:pt x="637540" y="1536700"/>
                    <a:pt x="1774190" y="400050"/>
                    <a:pt x="3171190" y="400050"/>
                  </a:cubicBezTo>
                  <a:cubicBezTo>
                    <a:pt x="4568190" y="400050"/>
                    <a:pt x="5704840" y="1536700"/>
                    <a:pt x="5704840" y="2933700"/>
                  </a:cubicBezTo>
                  <a:lnTo>
                    <a:pt x="5704840" y="5803900"/>
                  </a:lnTo>
                  <a:close/>
                  <a:moveTo>
                    <a:pt x="6277610" y="3246120"/>
                  </a:moveTo>
                  <a:cubicBezTo>
                    <a:pt x="6240780" y="3230880"/>
                    <a:pt x="6207760" y="3208020"/>
                    <a:pt x="6179820" y="3180080"/>
                  </a:cubicBezTo>
                  <a:cubicBezTo>
                    <a:pt x="6151880" y="3152140"/>
                    <a:pt x="6129020" y="3119120"/>
                    <a:pt x="6113780" y="3082290"/>
                  </a:cubicBezTo>
                  <a:cubicBezTo>
                    <a:pt x="6109970" y="3073400"/>
                    <a:pt x="6107430" y="3064510"/>
                    <a:pt x="6103620" y="3055620"/>
                  </a:cubicBezTo>
                  <a:lnTo>
                    <a:pt x="6103620" y="2933700"/>
                  </a:lnTo>
                  <a:cubicBezTo>
                    <a:pt x="6103620" y="2150110"/>
                    <a:pt x="5798820" y="1413510"/>
                    <a:pt x="5245100" y="859790"/>
                  </a:cubicBezTo>
                  <a:cubicBezTo>
                    <a:pt x="4691380" y="304800"/>
                    <a:pt x="3954780" y="0"/>
                    <a:pt x="3171190" y="0"/>
                  </a:cubicBezTo>
                  <a:cubicBezTo>
                    <a:pt x="2387600" y="0"/>
                    <a:pt x="1651000" y="304800"/>
                    <a:pt x="1097280" y="858520"/>
                  </a:cubicBezTo>
                  <a:cubicBezTo>
                    <a:pt x="543560" y="1413510"/>
                    <a:pt x="238760" y="2150110"/>
                    <a:pt x="238760" y="2933700"/>
                  </a:cubicBezTo>
                  <a:lnTo>
                    <a:pt x="238760" y="5267960"/>
                  </a:lnTo>
                  <a:cubicBezTo>
                    <a:pt x="236220" y="5276850"/>
                    <a:pt x="232410" y="5285740"/>
                    <a:pt x="228600" y="5294630"/>
                  </a:cubicBezTo>
                  <a:cubicBezTo>
                    <a:pt x="213360" y="5331460"/>
                    <a:pt x="190500" y="5364480"/>
                    <a:pt x="162560" y="5392420"/>
                  </a:cubicBezTo>
                  <a:cubicBezTo>
                    <a:pt x="134620" y="5420360"/>
                    <a:pt x="101600" y="5443220"/>
                    <a:pt x="64770" y="5458460"/>
                  </a:cubicBezTo>
                  <a:cubicBezTo>
                    <a:pt x="43180" y="5467350"/>
                    <a:pt x="21590" y="5473700"/>
                    <a:pt x="0" y="5477510"/>
                  </a:cubicBezTo>
                  <a:cubicBezTo>
                    <a:pt x="22860" y="5481320"/>
                    <a:pt x="44450" y="5487670"/>
                    <a:pt x="64770" y="5496560"/>
                  </a:cubicBezTo>
                  <a:cubicBezTo>
                    <a:pt x="101600" y="5511800"/>
                    <a:pt x="134620" y="5534660"/>
                    <a:pt x="162560" y="5562600"/>
                  </a:cubicBezTo>
                  <a:cubicBezTo>
                    <a:pt x="190500" y="5590541"/>
                    <a:pt x="213360" y="5623560"/>
                    <a:pt x="228600" y="5660391"/>
                  </a:cubicBezTo>
                  <a:cubicBezTo>
                    <a:pt x="232410" y="5669281"/>
                    <a:pt x="234950" y="5678170"/>
                    <a:pt x="238760" y="5687061"/>
                  </a:cubicBezTo>
                  <a:lnTo>
                    <a:pt x="238760" y="5805170"/>
                  </a:lnTo>
                  <a:cubicBezTo>
                    <a:pt x="238760" y="6588761"/>
                    <a:pt x="543560" y="7325361"/>
                    <a:pt x="1097280" y="7879080"/>
                  </a:cubicBezTo>
                  <a:cubicBezTo>
                    <a:pt x="1651000" y="8432800"/>
                    <a:pt x="2387600" y="8737600"/>
                    <a:pt x="3171190" y="8737600"/>
                  </a:cubicBezTo>
                  <a:cubicBezTo>
                    <a:pt x="3954780" y="8737600"/>
                    <a:pt x="4691380" y="8432800"/>
                    <a:pt x="5245100" y="7879080"/>
                  </a:cubicBezTo>
                  <a:cubicBezTo>
                    <a:pt x="5798820" y="7325361"/>
                    <a:pt x="6103620" y="6588761"/>
                    <a:pt x="6103620" y="5805170"/>
                  </a:cubicBezTo>
                  <a:lnTo>
                    <a:pt x="6103620" y="3474720"/>
                  </a:lnTo>
                  <a:cubicBezTo>
                    <a:pt x="6106160" y="3465830"/>
                    <a:pt x="6109970" y="3456940"/>
                    <a:pt x="6113780" y="3448050"/>
                  </a:cubicBezTo>
                  <a:cubicBezTo>
                    <a:pt x="6129020" y="3411220"/>
                    <a:pt x="6151880" y="3378200"/>
                    <a:pt x="6179820" y="3350260"/>
                  </a:cubicBezTo>
                  <a:cubicBezTo>
                    <a:pt x="6207760" y="3322320"/>
                    <a:pt x="6240780" y="3299460"/>
                    <a:pt x="6277610" y="3284220"/>
                  </a:cubicBezTo>
                  <a:cubicBezTo>
                    <a:pt x="6299200" y="3275330"/>
                    <a:pt x="6320790" y="3268980"/>
                    <a:pt x="6342380" y="3265170"/>
                  </a:cubicBezTo>
                  <a:cubicBezTo>
                    <a:pt x="6320790" y="3261360"/>
                    <a:pt x="6299200" y="3255010"/>
                    <a:pt x="6277610" y="3246120"/>
                  </a:cubicBezTo>
                  <a:close/>
                  <a:moveTo>
                    <a:pt x="5232400" y="7865110"/>
                  </a:moveTo>
                  <a:cubicBezTo>
                    <a:pt x="4682490" y="8415020"/>
                    <a:pt x="3949700" y="8718550"/>
                    <a:pt x="3171190" y="8718550"/>
                  </a:cubicBezTo>
                  <a:cubicBezTo>
                    <a:pt x="2392680" y="8718550"/>
                    <a:pt x="1661160" y="8415020"/>
                    <a:pt x="1109980" y="7865110"/>
                  </a:cubicBezTo>
                  <a:cubicBezTo>
                    <a:pt x="560070" y="7315200"/>
                    <a:pt x="256540" y="6582410"/>
                    <a:pt x="256540" y="5803900"/>
                  </a:cubicBezTo>
                  <a:lnTo>
                    <a:pt x="256540" y="5685790"/>
                  </a:lnTo>
                  <a:cubicBezTo>
                    <a:pt x="259080" y="5676900"/>
                    <a:pt x="262890" y="5668010"/>
                    <a:pt x="266700" y="5659120"/>
                  </a:cubicBezTo>
                  <a:cubicBezTo>
                    <a:pt x="281940" y="5622290"/>
                    <a:pt x="304800" y="5589270"/>
                    <a:pt x="332740" y="5561330"/>
                  </a:cubicBezTo>
                  <a:cubicBezTo>
                    <a:pt x="360680" y="5533390"/>
                    <a:pt x="393700" y="5510530"/>
                    <a:pt x="430530" y="5495290"/>
                  </a:cubicBezTo>
                  <a:cubicBezTo>
                    <a:pt x="452120" y="5486400"/>
                    <a:pt x="473710" y="5480050"/>
                    <a:pt x="495300" y="5476240"/>
                  </a:cubicBezTo>
                  <a:cubicBezTo>
                    <a:pt x="472440" y="5472430"/>
                    <a:pt x="450850" y="5466080"/>
                    <a:pt x="430530" y="5457190"/>
                  </a:cubicBezTo>
                  <a:cubicBezTo>
                    <a:pt x="393700" y="5441950"/>
                    <a:pt x="360680" y="5419090"/>
                    <a:pt x="332740" y="5391150"/>
                  </a:cubicBezTo>
                  <a:cubicBezTo>
                    <a:pt x="304800" y="5363209"/>
                    <a:pt x="281940" y="5330190"/>
                    <a:pt x="266700" y="5293359"/>
                  </a:cubicBezTo>
                  <a:cubicBezTo>
                    <a:pt x="262890" y="5284469"/>
                    <a:pt x="260350" y="5275580"/>
                    <a:pt x="256540" y="5266689"/>
                  </a:cubicBezTo>
                  <a:lnTo>
                    <a:pt x="256540" y="2933700"/>
                  </a:lnTo>
                  <a:cubicBezTo>
                    <a:pt x="256540" y="2155190"/>
                    <a:pt x="560070" y="1423670"/>
                    <a:pt x="1109980" y="872490"/>
                  </a:cubicBezTo>
                  <a:cubicBezTo>
                    <a:pt x="1659890" y="322580"/>
                    <a:pt x="2392680" y="19050"/>
                    <a:pt x="3171190" y="19050"/>
                  </a:cubicBezTo>
                  <a:cubicBezTo>
                    <a:pt x="3949700" y="19050"/>
                    <a:pt x="4681220" y="322580"/>
                    <a:pt x="5232400" y="872490"/>
                  </a:cubicBezTo>
                  <a:cubicBezTo>
                    <a:pt x="5782310" y="1422400"/>
                    <a:pt x="6085840" y="2155190"/>
                    <a:pt x="6085840" y="2933700"/>
                  </a:cubicBezTo>
                  <a:lnTo>
                    <a:pt x="6085840" y="3056890"/>
                  </a:lnTo>
                  <a:cubicBezTo>
                    <a:pt x="6083300" y="3065780"/>
                    <a:pt x="6079490" y="3074670"/>
                    <a:pt x="6075680" y="3083560"/>
                  </a:cubicBezTo>
                  <a:cubicBezTo>
                    <a:pt x="6060440" y="3120390"/>
                    <a:pt x="6037580" y="3153410"/>
                    <a:pt x="6009640" y="3181350"/>
                  </a:cubicBezTo>
                  <a:cubicBezTo>
                    <a:pt x="5981700" y="3209290"/>
                    <a:pt x="5948680" y="3232150"/>
                    <a:pt x="5911850" y="3247390"/>
                  </a:cubicBezTo>
                  <a:cubicBezTo>
                    <a:pt x="5890260" y="3256280"/>
                    <a:pt x="5868670" y="3262630"/>
                    <a:pt x="5847080" y="3266440"/>
                  </a:cubicBezTo>
                  <a:cubicBezTo>
                    <a:pt x="5869940" y="3270250"/>
                    <a:pt x="5891530" y="3276600"/>
                    <a:pt x="5911850" y="3285490"/>
                  </a:cubicBezTo>
                  <a:cubicBezTo>
                    <a:pt x="5948680" y="3300730"/>
                    <a:pt x="5981700" y="3323590"/>
                    <a:pt x="6009640" y="3351530"/>
                  </a:cubicBezTo>
                  <a:cubicBezTo>
                    <a:pt x="6037580" y="3379470"/>
                    <a:pt x="6060440" y="3412490"/>
                    <a:pt x="6075680" y="3449320"/>
                  </a:cubicBezTo>
                  <a:cubicBezTo>
                    <a:pt x="6079490" y="3458211"/>
                    <a:pt x="6082030" y="3467100"/>
                    <a:pt x="6085840" y="3475991"/>
                  </a:cubicBezTo>
                  <a:lnTo>
                    <a:pt x="6085840" y="5803900"/>
                  </a:lnTo>
                  <a:cubicBezTo>
                    <a:pt x="6085840" y="6582410"/>
                    <a:pt x="5782310" y="7313930"/>
                    <a:pt x="5232400" y="7865110"/>
                  </a:cubicBezTo>
                  <a:close/>
                </a:path>
              </a:pathLst>
            </a:custGeom>
            <a:solidFill>
              <a:srgbClr val="67AC5B"/>
            </a:solidFill>
          </p:spPr>
        </p:sp>
      </p:grpSp>
      <p:sp>
        <p:nvSpPr>
          <p:cNvPr name="Freeform 10" id="10"/>
          <p:cNvSpPr/>
          <p:nvPr/>
        </p:nvSpPr>
        <p:spPr>
          <a:xfrm flipH="false" flipV="false" rot="10504411">
            <a:off x="107275" y="-1071859"/>
            <a:ext cx="4082291" cy="4517626"/>
          </a:xfrm>
          <a:custGeom>
            <a:avLst/>
            <a:gdLst/>
            <a:ahLst/>
            <a:cxnLst/>
            <a:rect r="r" b="b" t="t" l="l"/>
            <a:pathLst>
              <a:path h="4517626" w="4082291">
                <a:moveTo>
                  <a:pt x="0" y="0"/>
                </a:moveTo>
                <a:lnTo>
                  <a:pt x="4082291" y="0"/>
                </a:lnTo>
                <a:lnTo>
                  <a:pt x="4082291" y="4517626"/>
                </a:lnTo>
                <a:lnTo>
                  <a:pt x="0" y="4517626"/>
                </a:lnTo>
                <a:lnTo>
                  <a:pt x="0" y="0"/>
                </a:lnTo>
                <a:close/>
              </a:path>
            </a:pathLst>
          </a:custGeom>
          <a:blipFill>
            <a:blip r:embed="rId3"/>
            <a:stretch>
              <a:fillRect l="0" t="0" r="0" b="0"/>
            </a:stretch>
          </a:blipFill>
        </p:spPr>
      </p:sp>
      <p:sp>
        <p:nvSpPr>
          <p:cNvPr name="Freeform 11" id="11"/>
          <p:cNvSpPr/>
          <p:nvPr/>
        </p:nvSpPr>
        <p:spPr>
          <a:xfrm flipH="false" flipV="false" rot="0">
            <a:off x="3145771" y="4741812"/>
            <a:ext cx="627357" cy="683261"/>
          </a:xfrm>
          <a:custGeom>
            <a:avLst/>
            <a:gdLst/>
            <a:ahLst/>
            <a:cxnLst/>
            <a:rect r="r" b="b" t="t" l="l"/>
            <a:pathLst>
              <a:path h="683261" w="627357">
                <a:moveTo>
                  <a:pt x="0" y="0"/>
                </a:moveTo>
                <a:lnTo>
                  <a:pt x="627357" y="0"/>
                </a:lnTo>
                <a:lnTo>
                  <a:pt x="627357" y="683261"/>
                </a:lnTo>
                <a:lnTo>
                  <a:pt x="0" y="6832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3145771" y="6704063"/>
            <a:ext cx="627357" cy="683261"/>
          </a:xfrm>
          <a:custGeom>
            <a:avLst/>
            <a:gdLst/>
            <a:ahLst/>
            <a:cxnLst/>
            <a:rect r="r" b="b" t="t" l="l"/>
            <a:pathLst>
              <a:path h="683261" w="627357">
                <a:moveTo>
                  <a:pt x="0" y="0"/>
                </a:moveTo>
                <a:lnTo>
                  <a:pt x="627357" y="0"/>
                </a:lnTo>
                <a:lnTo>
                  <a:pt x="627357" y="683260"/>
                </a:lnTo>
                <a:lnTo>
                  <a:pt x="0" y="683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4247274" y="4028072"/>
            <a:ext cx="8121110" cy="20726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urna tempor sollicitudin.</a:t>
            </a:r>
          </a:p>
        </p:txBody>
      </p:sp>
      <p:sp>
        <p:nvSpPr>
          <p:cNvPr name="TextBox 14" id="14"/>
          <p:cNvSpPr txBox="true"/>
          <p:nvPr/>
        </p:nvSpPr>
        <p:spPr>
          <a:xfrm rot="0">
            <a:off x="4341036" y="685800"/>
            <a:ext cx="9605929" cy="2142633"/>
          </a:xfrm>
          <a:prstGeom prst="rect">
            <a:avLst/>
          </a:prstGeom>
        </p:spPr>
        <p:txBody>
          <a:bodyPr anchor="t" rtlCol="false" tIns="0" lIns="0" bIns="0" rIns="0">
            <a:spAutoFit/>
          </a:bodyPr>
          <a:lstStyle/>
          <a:p>
            <a:pPr algn="ctr">
              <a:lnSpc>
                <a:spcPts val="15711"/>
              </a:lnSpc>
            </a:pPr>
            <a:r>
              <a:rPr lang="en-US" sz="11222" b="true">
                <a:solidFill>
                  <a:srgbClr val="1E2E1D"/>
                </a:solidFill>
                <a:latin typeface="The Seasons Bold"/>
                <a:ea typeface="The Seasons Bold"/>
                <a:cs typeface="The Seasons Bold"/>
                <a:sym typeface="The Seasons Bold"/>
              </a:rPr>
              <a:t>Res</a:t>
            </a:r>
            <a:r>
              <a:rPr lang="en-US" b="true" sz="11222">
                <a:solidFill>
                  <a:srgbClr val="1E2E1D"/>
                </a:solidFill>
                <a:latin typeface="The Seasons Bold"/>
                <a:ea typeface="The Seasons Bold"/>
                <a:cs typeface="The Seasons Bold"/>
                <a:sym typeface="The Seasons Bold"/>
              </a:rPr>
              <a:t>ults</a:t>
            </a:r>
          </a:p>
        </p:txBody>
      </p:sp>
      <p:sp>
        <p:nvSpPr>
          <p:cNvPr name="TextBox 15" id="15"/>
          <p:cNvSpPr txBox="true"/>
          <p:nvPr/>
        </p:nvSpPr>
        <p:spPr>
          <a:xfrm rot="0">
            <a:off x="4247274" y="6331953"/>
            <a:ext cx="8121110" cy="20726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 Phasellus a lacus sit amet urna tempor sollicitudin.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grpSp>
        <p:nvGrpSpPr>
          <p:cNvPr name="Group 3" id="3"/>
          <p:cNvGrpSpPr/>
          <p:nvPr/>
        </p:nvGrpSpPr>
        <p:grpSpPr>
          <a:xfrm rot="0">
            <a:off x="2312707" y="3201658"/>
            <a:ext cx="13662586" cy="1661999"/>
            <a:chOff x="0" y="0"/>
            <a:chExt cx="1190762" cy="144851"/>
          </a:xfrm>
        </p:grpSpPr>
        <p:sp>
          <p:nvSpPr>
            <p:cNvPr name="Freeform 4" id="4"/>
            <p:cNvSpPr/>
            <p:nvPr/>
          </p:nvSpPr>
          <p:spPr>
            <a:xfrm flipH="false" flipV="false" rot="0">
              <a:off x="0" y="0"/>
              <a:ext cx="1190762" cy="144851"/>
            </a:xfrm>
            <a:custGeom>
              <a:avLst/>
              <a:gdLst/>
              <a:ahLst/>
              <a:cxnLst/>
              <a:rect r="r" b="b" t="t" l="l"/>
              <a:pathLst>
                <a:path h="144851" w="1190762">
                  <a:moveTo>
                    <a:pt x="0" y="0"/>
                  </a:moveTo>
                  <a:lnTo>
                    <a:pt x="1190762" y="0"/>
                  </a:lnTo>
                  <a:lnTo>
                    <a:pt x="1190762" y="144851"/>
                  </a:lnTo>
                  <a:lnTo>
                    <a:pt x="0" y="144851"/>
                  </a:lnTo>
                  <a:close/>
                </a:path>
              </a:pathLst>
            </a:custGeom>
            <a:solidFill>
              <a:srgbClr val="F4DDC0"/>
            </a:solidFill>
          </p:spPr>
        </p:sp>
        <p:sp>
          <p:nvSpPr>
            <p:cNvPr name="TextBox 5" id="5"/>
            <p:cNvSpPr txBox="true"/>
            <p:nvPr/>
          </p:nvSpPr>
          <p:spPr>
            <a:xfrm>
              <a:off x="0" y="-38100"/>
              <a:ext cx="1190762" cy="18295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964409" y="3649627"/>
            <a:ext cx="627357" cy="683261"/>
          </a:xfrm>
          <a:custGeom>
            <a:avLst/>
            <a:gdLst/>
            <a:ahLst/>
            <a:cxnLst/>
            <a:rect r="r" b="b" t="t" l="l"/>
            <a:pathLst>
              <a:path h="683261" w="627357">
                <a:moveTo>
                  <a:pt x="0" y="0"/>
                </a:moveTo>
                <a:lnTo>
                  <a:pt x="627358" y="0"/>
                </a:lnTo>
                <a:lnTo>
                  <a:pt x="627358" y="683261"/>
                </a:lnTo>
                <a:lnTo>
                  <a:pt x="0" y="6832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2312707" y="5101782"/>
            <a:ext cx="13662586" cy="1661999"/>
            <a:chOff x="0" y="0"/>
            <a:chExt cx="1190762" cy="144851"/>
          </a:xfrm>
        </p:grpSpPr>
        <p:sp>
          <p:nvSpPr>
            <p:cNvPr name="Freeform 8" id="8"/>
            <p:cNvSpPr/>
            <p:nvPr/>
          </p:nvSpPr>
          <p:spPr>
            <a:xfrm flipH="false" flipV="false" rot="0">
              <a:off x="0" y="0"/>
              <a:ext cx="1190762" cy="144851"/>
            </a:xfrm>
            <a:custGeom>
              <a:avLst/>
              <a:gdLst/>
              <a:ahLst/>
              <a:cxnLst/>
              <a:rect r="r" b="b" t="t" l="l"/>
              <a:pathLst>
                <a:path h="144851" w="1190762">
                  <a:moveTo>
                    <a:pt x="0" y="0"/>
                  </a:moveTo>
                  <a:lnTo>
                    <a:pt x="1190762" y="0"/>
                  </a:lnTo>
                  <a:lnTo>
                    <a:pt x="1190762" y="144851"/>
                  </a:lnTo>
                  <a:lnTo>
                    <a:pt x="0" y="144851"/>
                  </a:lnTo>
                  <a:close/>
                </a:path>
              </a:pathLst>
            </a:custGeom>
            <a:solidFill>
              <a:srgbClr val="69765E"/>
            </a:solidFill>
          </p:spPr>
        </p:sp>
        <p:sp>
          <p:nvSpPr>
            <p:cNvPr name="TextBox 9" id="9"/>
            <p:cNvSpPr txBox="true"/>
            <p:nvPr/>
          </p:nvSpPr>
          <p:spPr>
            <a:xfrm>
              <a:off x="0" y="-38100"/>
              <a:ext cx="1190762" cy="182951"/>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2964409" y="5549751"/>
            <a:ext cx="627357" cy="683261"/>
          </a:xfrm>
          <a:custGeom>
            <a:avLst/>
            <a:gdLst/>
            <a:ahLst/>
            <a:cxnLst/>
            <a:rect r="r" b="b" t="t" l="l"/>
            <a:pathLst>
              <a:path h="683261" w="627357">
                <a:moveTo>
                  <a:pt x="0" y="0"/>
                </a:moveTo>
                <a:lnTo>
                  <a:pt x="627358" y="0"/>
                </a:lnTo>
                <a:lnTo>
                  <a:pt x="627358" y="683261"/>
                </a:lnTo>
                <a:lnTo>
                  <a:pt x="0" y="6832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2312707" y="7001906"/>
            <a:ext cx="13662586" cy="1661999"/>
            <a:chOff x="0" y="0"/>
            <a:chExt cx="1190762" cy="144851"/>
          </a:xfrm>
        </p:grpSpPr>
        <p:sp>
          <p:nvSpPr>
            <p:cNvPr name="Freeform 12" id="12"/>
            <p:cNvSpPr/>
            <p:nvPr/>
          </p:nvSpPr>
          <p:spPr>
            <a:xfrm flipH="false" flipV="false" rot="0">
              <a:off x="0" y="0"/>
              <a:ext cx="1190762" cy="144851"/>
            </a:xfrm>
            <a:custGeom>
              <a:avLst/>
              <a:gdLst/>
              <a:ahLst/>
              <a:cxnLst/>
              <a:rect r="r" b="b" t="t" l="l"/>
              <a:pathLst>
                <a:path h="144851" w="1190762">
                  <a:moveTo>
                    <a:pt x="0" y="0"/>
                  </a:moveTo>
                  <a:lnTo>
                    <a:pt x="1190762" y="0"/>
                  </a:lnTo>
                  <a:lnTo>
                    <a:pt x="1190762" y="144851"/>
                  </a:lnTo>
                  <a:lnTo>
                    <a:pt x="0" y="144851"/>
                  </a:lnTo>
                  <a:close/>
                </a:path>
              </a:pathLst>
            </a:custGeom>
            <a:solidFill>
              <a:srgbClr val="F4DDC0"/>
            </a:solidFill>
          </p:spPr>
        </p:sp>
        <p:sp>
          <p:nvSpPr>
            <p:cNvPr name="TextBox 13" id="13"/>
            <p:cNvSpPr txBox="true"/>
            <p:nvPr/>
          </p:nvSpPr>
          <p:spPr>
            <a:xfrm>
              <a:off x="0" y="-38100"/>
              <a:ext cx="1190762" cy="18295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964409" y="7449875"/>
            <a:ext cx="627357" cy="683261"/>
          </a:xfrm>
          <a:custGeom>
            <a:avLst/>
            <a:gdLst/>
            <a:ahLst/>
            <a:cxnLst/>
            <a:rect r="r" b="b" t="t" l="l"/>
            <a:pathLst>
              <a:path h="683261" w="627357">
                <a:moveTo>
                  <a:pt x="0" y="0"/>
                </a:moveTo>
                <a:lnTo>
                  <a:pt x="627358" y="0"/>
                </a:lnTo>
                <a:lnTo>
                  <a:pt x="627358" y="683261"/>
                </a:lnTo>
                <a:lnTo>
                  <a:pt x="0" y="6832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565227" y="21339"/>
            <a:ext cx="3843315" cy="4394643"/>
          </a:xfrm>
          <a:custGeom>
            <a:avLst/>
            <a:gdLst/>
            <a:ahLst/>
            <a:cxnLst/>
            <a:rect r="r" b="b" t="t" l="l"/>
            <a:pathLst>
              <a:path h="4394643" w="3843315">
                <a:moveTo>
                  <a:pt x="0" y="0"/>
                </a:moveTo>
                <a:lnTo>
                  <a:pt x="3843315" y="0"/>
                </a:lnTo>
                <a:lnTo>
                  <a:pt x="3843315" y="4394643"/>
                </a:lnTo>
                <a:lnTo>
                  <a:pt x="0" y="4394643"/>
                </a:lnTo>
                <a:lnTo>
                  <a:pt x="0" y="0"/>
                </a:lnTo>
                <a:close/>
              </a:path>
            </a:pathLst>
          </a:custGeom>
          <a:blipFill>
            <a:blip r:embed="rId7"/>
            <a:stretch>
              <a:fillRect l="0" t="0" r="0" b="0"/>
            </a:stretch>
          </a:blipFill>
        </p:spPr>
      </p:sp>
      <p:sp>
        <p:nvSpPr>
          <p:cNvPr name="TextBox 16" id="16"/>
          <p:cNvSpPr txBox="true"/>
          <p:nvPr/>
        </p:nvSpPr>
        <p:spPr>
          <a:xfrm rot="0">
            <a:off x="4225352" y="3404698"/>
            <a:ext cx="11106906" cy="12344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TextBox 17" id="17"/>
          <p:cNvSpPr txBox="true"/>
          <p:nvPr/>
        </p:nvSpPr>
        <p:spPr>
          <a:xfrm rot="0">
            <a:off x="4341036" y="685800"/>
            <a:ext cx="9605929" cy="2142633"/>
          </a:xfrm>
          <a:prstGeom prst="rect">
            <a:avLst/>
          </a:prstGeom>
        </p:spPr>
        <p:txBody>
          <a:bodyPr anchor="t" rtlCol="false" tIns="0" lIns="0" bIns="0" rIns="0">
            <a:spAutoFit/>
          </a:bodyPr>
          <a:lstStyle/>
          <a:p>
            <a:pPr algn="ctr">
              <a:lnSpc>
                <a:spcPts val="15711"/>
              </a:lnSpc>
            </a:pPr>
            <a:r>
              <a:rPr lang="en-US" sz="11222" b="true">
                <a:solidFill>
                  <a:srgbClr val="1E2E1D"/>
                </a:solidFill>
                <a:latin typeface="The Seasons Bold"/>
                <a:ea typeface="The Seasons Bold"/>
                <a:cs typeface="The Seasons Bold"/>
                <a:sym typeface="The Seasons Bold"/>
              </a:rPr>
              <a:t>Conc</a:t>
            </a:r>
            <a:r>
              <a:rPr lang="en-US" b="true" sz="11222">
                <a:solidFill>
                  <a:srgbClr val="1E2E1D"/>
                </a:solidFill>
                <a:latin typeface="The Seasons Bold"/>
                <a:ea typeface="The Seasons Bold"/>
                <a:cs typeface="The Seasons Bold"/>
                <a:sym typeface="The Seasons Bold"/>
              </a:rPr>
              <a:t>lusion</a:t>
            </a:r>
          </a:p>
        </p:txBody>
      </p:sp>
      <p:sp>
        <p:nvSpPr>
          <p:cNvPr name="TextBox 18" id="18"/>
          <p:cNvSpPr txBox="true"/>
          <p:nvPr/>
        </p:nvSpPr>
        <p:spPr>
          <a:xfrm rot="0">
            <a:off x="4225352" y="5304822"/>
            <a:ext cx="11106906" cy="1234440"/>
          </a:xfrm>
          <a:prstGeom prst="rect">
            <a:avLst/>
          </a:prstGeom>
        </p:spPr>
        <p:txBody>
          <a:bodyPr anchor="t" rtlCol="false" tIns="0" lIns="0" bIns="0" rIns="0">
            <a:spAutoFit/>
          </a:bodyPr>
          <a:lstStyle/>
          <a:p>
            <a:pPr algn="l">
              <a:lnSpc>
                <a:spcPts val="3359"/>
              </a:lnSpc>
            </a:pPr>
            <a:r>
              <a:rPr lang="en-US" sz="2400">
                <a:solidFill>
                  <a:srgbClr val="FAFEFF"/>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TextBox 19" id="19"/>
          <p:cNvSpPr txBox="true"/>
          <p:nvPr/>
        </p:nvSpPr>
        <p:spPr>
          <a:xfrm rot="0">
            <a:off x="4225352" y="7204946"/>
            <a:ext cx="11106906" cy="1234440"/>
          </a:xfrm>
          <a:prstGeom prst="rect">
            <a:avLst/>
          </a:prstGeom>
        </p:spPr>
        <p:txBody>
          <a:bodyPr anchor="t" rtlCol="false" tIns="0" lIns="0" bIns="0" rIns="0">
            <a:spAutoFit/>
          </a:bodyPr>
          <a:lstStyle/>
          <a:p>
            <a:pPr algn="l">
              <a:lnSpc>
                <a:spcPts val="3359"/>
              </a:lnSpc>
            </a:pPr>
            <a:r>
              <a:rPr lang="en-US" sz="2400">
                <a:solidFill>
                  <a:srgbClr val="1E2E1D"/>
                </a:solidFill>
                <a:latin typeface="Montserrat"/>
                <a:ea typeface="Montserrat"/>
                <a:cs typeface="Montserrat"/>
                <a:sym typeface="Montserrat"/>
              </a:rPr>
              <a:t>Lorem ipsum dolor sit amet, consectetur adipiscing elit. Quisque non elit mauris. Cras euismod, metus ac finibus finibus, felis dui suscipit purus, a maximus leo ligula at dolor. Morbi et malesuada purus.</a:t>
            </a:r>
          </a:p>
        </p:txBody>
      </p:sp>
      <p:sp>
        <p:nvSpPr>
          <p:cNvPr name="Freeform 20" id="20"/>
          <p:cNvSpPr/>
          <p:nvPr/>
        </p:nvSpPr>
        <p:spPr>
          <a:xfrm flipH="false" flipV="false" rot="-10624305">
            <a:off x="15337642" y="6242064"/>
            <a:ext cx="3843315" cy="4394643"/>
          </a:xfrm>
          <a:custGeom>
            <a:avLst/>
            <a:gdLst/>
            <a:ahLst/>
            <a:cxnLst/>
            <a:rect r="r" b="b" t="t" l="l"/>
            <a:pathLst>
              <a:path h="4394643" w="3843315">
                <a:moveTo>
                  <a:pt x="0" y="0"/>
                </a:moveTo>
                <a:lnTo>
                  <a:pt x="3843316" y="0"/>
                </a:lnTo>
                <a:lnTo>
                  <a:pt x="3843316" y="4394643"/>
                </a:lnTo>
                <a:lnTo>
                  <a:pt x="0" y="4394643"/>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93" t="0" r="-8593" b="0"/>
            </a:stretch>
          </a:blipFill>
        </p:spPr>
      </p:sp>
      <p:sp>
        <p:nvSpPr>
          <p:cNvPr name="Freeform 3" id="3"/>
          <p:cNvSpPr/>
          <p:nvPr/>
        </p:nvSpPr>
        <p:spPr>
          <a:xfrm flipH="false" flipV="false" rot="-981305">
            <a:off x="15617724" y="602603"/>
            <a:ext cx="5340552" cy="7380160"/>
          </a:xfrm>
          <a:custGeom>
            <a:avLst/>
            <a:gdLst/>
            <a:ahLst/>
            <a:cxnLst/>
            <a:rect r="r" b="b" t="t" l="l"/>
            <a:pathLst>
              <a:path h="7380160" w="5340552">
                <a:moveTo>
                  <a:pt x="0" y="0"/>
                </a:moveTo>
                <a:lnTo>
                  <a:pt x="5340552" y="0"/>
                </a:lnTo>
                <a:lnTo>
                  <a:pt x="5340552" y="7380160"/>
                </a:lnTo>
                <a:lnTo>
                  <a:pt x="0" y="7380160"/>
                </a:lnTo>
                <a:lnTo>
                  <a:pt x="0" y="0"/>
                </a:lnTo>
                <a:close/>
              </a:path>
            </a:pathLst>
          </a:custGeom>
          <a:blipFill>
            <a:blip r:embed="rId3"/>
            <a:stretch>
              <a:fillRect l="0" t="0" r="0" b="0"/>
            </a:stretch>
          </a:blipFill>
        </p:spPr>
      </p:sp>
      <p:sp>
        <p:nvSpPr>
          <p:cNvPr name="TextBox 4" id="4"/>
          <p:cNvSpPr txBox="true"/>
          <p:nvPr/>
        </p:nvSpPr>
        <p:spPr>
          <a:xfrm rot="0">
            <a:off x="2209716" y="3197451"/>
            <a:ext cx="13868569" cy="3074617"/>
          </a:xfrm>
          <a:prstGeom prst="rect">
            <a:avLst/>
          </a:prstGeom>
        </p:spPr>
        <p:txBody>
          <a:bodyPr anchor="t" rtlCol="false" tIns="0" lIns="0" bIns="0" rIns="0">
            <a:spAutoFit/>
          </a:bodyPr>
          <a:lstStyle/>
          <a:p>
            <a:pPr algn="ctr">
              <a:lnSpc>
                <a:spcPts val="22682"/>
              </a:lnSpc>
            </a:pPr>
            <a:r>
              <a:rPr lang="en-US" b="true" sz="16202">
                <a:solidFill>
                  <a:srgbClr val="1E2E1D"/>
                </a:solidFill>
                <a:latin typeface="The Seasons Bold"/>
                <a:ea typeface="The Seasons Bold"/>
                <a:cs typeface="The Seasons Bold"/>
                <a:sym typeface="The Seasons Bold"/>
              </a:rPr>
              <a:t>Thank You</a:t>
            </a:r>
          </a:p>
        </p:txBody>
      </p:sp>
      <p:sp>
        <p:nvSpPr>
          <p:cNvPr name="TextBox 5" id="5"/>
          <p:cNvSpPr txBox="true"/>
          <p:nvPr/>
        </p:nvSpPr>
        <p:spPr>
          <a:xfrm rot="0">
            <a:off x="4341036" y="5801900"/>
            <a:ext cx="9605929" cy="811399"/>
          </a:xfrm>
          <a:prstGeom prst="rect">
            <a:avLst/>
          </a:prstGeom>
        </p:spPr>
        <p:txBody>
          <a:bodyPr anchor="t" rtlCol="false" tIns="0" lIns="0" bIns="0" rIns="0">
            <a:spAutoFit/>
          </a:bodyPr>
          <a:lstStyle/>
          <a:p>
            <a:pPr algn="ctr">
              <a:lnSpc>
                <a:spcPts val="6722"/>
              </a:lnSpc>
            </a:pPr>
            <a:r>
              <a:rPr lang="en-US" sz="4801">
                <a:solidFill>
                  <a:srgbClr val="1E2E1D"/>
                </a:solidFill>
                <a:latin typeface="Montserrat"/>
                <a:ea typeface="Montserrat"/>
                <a:cs typeface="Montserrat"/>
                <a:sym typeface="Montserrat"/>
              </a:rPr>
              <a:t>Presented by Samira Hadid</a:t>
            </a:r>
          </a:p>
        </p:txBody>
      </p:sp>
      <p:sp>
        <p:nvSpPr>
          <p:cNvPr name="Freeform 6" id="6"/>
          <p:cNvSpPr/>
          <p:nvPr/>
        </p:nvSpPr>
        <p:spPr>
          <a:xfrm flipH="false" flipV="false" rot="9885108">
            <a:off x="-2618955" y="2368161"/>
            <a:ext cx="5340552" cy="7380160"/>
          </a:xfrm>
          <a:custGeom>
            <a:avLst/>
            <a:gdLst/>
            <a:ahLst/>
            <a:cxnLst/>
            <a:rect r="r" b="b" t="t" l="l"/>
            <a:pathLst>
              <a:path h="7380160" w="5340552">
                <a:moveTo>
                  <a:pt x="0" y="0"/>
                </a:moveTo>
                <a:lnTo>
                  <a:pt x="5340552" y="0"/>
                </a:lnTo>
                <a:lnTo>
                  <a:pt x="5340552" y="7380160"/>
                </a:lnTo>
                <a:lnTo>
                  <a:pt x="0" y="7380160"/>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DAHWjcrKwcE</dc:identifier>
  <dcterms:modified xsi:type="dcterms:W3CDTF">2011-08-01T06:04:30Z</dcterms:modified>
  <cp:revision>1</cp:revision>
  <dc:title>Green Cream Simple Aesthetic Watercolor Presentation</dc:title>
</cp:coreProperties>
</file>