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ns 2" charset="1" panose="00000000000000000000"/>
      <p:regular r:id="rId16"/>
    </p:embeddedFont>
    <p:embeddedFont>
      <p:font typeface="Montserrat Bold" charset="1" panose="00000800000000000000"/>
      <p:regular r:id="rId17"/>
    </p:embeddedFont>
    <p:embeddedFont>
      <p:font typeface="Open Sans 1" charset="1" panose="020B0606030504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9303764" cy="10287000"/>
            <a:chOff x="0" y="0"/>
            <a:chExt cx="2450374" cy="2709333"/>
          </a:xfrm>
        </p:grpSpPr>
        <p:sp>
          <p:nvSpPr>
            <p:cNvPr name="Freeform 3" id="3"/>
            <p:cNvSpPr/>
            <p:nvPr/>
          </p:nvSpPr>
          <p:spPr>
            <a:xfrm flipH="false" flipV="false" rot="0">
              <a:off x="0" y="0"/>
              <a:ext cx="2450374" cy="2709333"/>
            </a:xfrm>
            <a:custGeom>
              <a:avLst/>
              <a:gdLst/>
              <a:ahLst/>
              <a:cxnLst/>
              <a:rect r="r" b="b" t="t" l="l"/>
              <a:pathLst>
                <a:path h="2709333" w="2450374">
                  <a:moveTo>
                    <a:pt x="0" y="0"/>
                  </a:moveTo>
                  <a:lnTo>
                    <a:pt x="2450374" y="0"/>
                  </a:lnTo>
                  <a:lnTo>
                    <a:pt x="2450374" y="2709333"/>
                  </a:lnTo>
                  <a:lnTo>
                    <a:pt x="0" y="2709333"/>
                  </a:lnTo>
                  <a:close/>
                </a:path>
              </a:pathLst>
            </a:custGeom>
            <a:solidFill>
              <a:srgbClr val="FFCC00"/>
            </a:solidFill>
          </p:spPr>
        </p:sp>
        <p:sp>
          <p:nvSpPr>
            <p:cNvPr name="TextBox 4" id="4"/>
            <p:cNvSpPr txBox="true"/>
            <p:nvPr/>
          </p:nvSpPr>
          <p:spPr>
            <a:xfrm>
              <a:off x="0" y="-38100"/>
              <a:ext cx="2450374"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303764" y="0"/>
            <a:ext cx="8984236" cy="10287000"/>
            <a:chOff x="0" y="0"/>
            <a:chExt cx="2366218" cy="2709333"/>
          </a:xfrm>
        </p:grpSpPr>
        <p:sp>
          <p:nvSpPr>
            <p:cNvPr name="Freeform 6" id="6"/>
            <p:cNvSpPr/>
            <p:nvPr/>
          </p:nvSpPr>
          <p:spPr>
            <a:xfrm flipH="false" flipV="false" rot="0">
              <a:off x="0" y="0"/>
              <a:ext cx="2366219" cy="2709333"/>
            </a:xfrm>
            <a:custGeom>
              <a:avLst/>
              <a:gdLst/>
              <a:ahLst/>
              <a:cxnLst/>
              <a:rect r="r" b="b" t="t" l="l"/>
              <a:pathLst>
                <a:path h="2709333" w="2366219">
                  <a:moveTo>
                    <a:pt x="0" y="0"/>
                  </a:moveTo>
                  <a:lnTo>
                    <a:pt x="2366219" y="0"/>
                  </a:lnTo>
                  <a:lnTo>
                    <a:pt x="2366219" y="2709333"/>
                  </a:lnTo>
                  <a:lnTo>
                    <a:pt x="0" y="2709333"/>
                  </a:lnTo>
                  <a:close/>
                </a:path>
              </a:pathLst>
            </a:custGeom>
            <a:gradFill rotWithShape="true">
              <a:gsLst>
                <a:gs pos="0">
                  <a:srgbClr val="000000">
                    <a:alpha val="100000"/>
                  </a:srgbClr>
                </a:gs>
                <a:gs pos="100000">
                  <a:srgbClr val="737373">
                    <a:alpha val="100000"/>
                  </a:srgbClr>
                </a:gs>
              </a:gsLst>
              <a:lin ang="0"/>
            </a:gradFill>
          </p:spPr>
        </p:sp>
        <p:sp>
          <p:nvSpPr>
            <p:cNvPr name="TextBox 7" id="7"/>
            <p:cNvSpPr txBox="true"/>
            <p:nvPr/>
          </p:nvSpPr>
          <p:spPr>
            <a:xfrm>
              <a:off x="0" y="-38100"/>
              <a:ext cx="2366218"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5867771" y="4448563"/>
            <a:ext cx="1826358" cy="463424"/>
            <a:chOff x="0" y="0"/>
            <a:chExt cx="2435144" cy="617899"/>
          </a:xfrm>
        </p:grpSpPr>
        <p:grpSp>
          <p:nvGrpSpPr>
            <p:cNvPr name="Group 9" id="9"/>
            <p:cNvGrpSpPr/>
            <p:nvPr/>
          </p:nvGrpSpPr>
          <p:grpSpPr>
            <a:xfrm rot="0">
              <a:off x="0" y="0"/>
              <a:ext cx="589475" cy="617899"/>
              <a:chOff x="0" y="0"/>
              <a:chExt cx="116440" cy="122054"/>
            </a:xfrm>
          </p:grpSpPr>
          <p:sp>
            <p:nvSpPr>
              <p:cNvPr name="Freeform 10" id="10"/>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FFCC00"/>
              </a:solidFill>
            </p:spPr>
          </p:sp>
          <p:sp>
            <p:nvSpPr>
              <p:cNvPr name="TextBox 11" id="11"/>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25994" y="0"/>
              <a:ext cx="589475" cy="617899"/>
              <a:chOff x="0" y="0"/>
              <a:chExt cx="116440" cy="122054"/>
            </a:xfrm>
          </p:grpSpPr>
          <p:sp>
            <p:nvSpPr>
              <p:cNvPr name="Freeform 13" id="13"/>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14" id="14"/>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845669" y="0"/>
              <a:ext cx="589475" cy="617899"/>
              <a:chOff x="0" y="0"/>
              <a:chExt cx="116440" cy="122054"/>
            </a:xfrm>
          </p:grpSpPr>
          <p:sp>
            <p:nvSpPr>
              <p:cNvPr name="Freeform 16" id="16"/>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FFCC00"/>
              </a:solidFill>
            </p:spPr>
          </p:sp>
          <p:sp>
            <p:nvSpPr>
              <p:cNvPr name="TextBox 17" id="17"/>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grpSp>
        <p:nvGrpSpPr>
          <p:cNvPr name="Group 18" id="18"/>
          <p:cNvGrpSpPr/>
          <p:nvPr/>
        </p:nvGrpSpPr>
        <p:grpSpPr>
          <a:xfrm rot="0">
            <a:off x="593871" y="4448563"/>
            <a:ext cx="442106" cy="463424"/>
            <a:chOff x="0" y="0"/>
            <a:chExt cx="116440" cy="122054"/>
          </a:xfrm>
        </p:grpSpPr>
        <p:sp>
          <p:nvSpPr>
            <p:cNvPr name="Freeform 19" id="19"/>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20" id="20"/>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88366" y="4448563"/>
            <a:ext cx="442106" cy="463424"/>
            <a:chOff x="0" y="0"/>
            <a:chExt cx="116440" cy="122054"/>
          </a:xfrm>
        </p:grpSpPr>
        <p:sp>
          <p:nvSpPr>
            <p:cNvPr name="Freeform 22" id="22"/>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gradFill rotWithShape="true">
              <a:gsLst>
                <a:gs pos="0">
                  <a:srgbClr val="FFDE59">
                    <a:alpha val="100000"/>
                  </a:srgbClr>
                </a:gs>
                <a:gs pos="100000">
                  <a:srgbClr val="FF914D">
                    <a:alpha val="100000"/>
                  </a:srgbClr>
                </a:gs>
              </a:gsLst>
              <a:lin ang="0"/>
            </a:gradFill>
          </p:spPr>
        </p:sp>
        <p:sp>
          <p:nvSpPr>
            <p:cNvPr name="TextBox 23" id="23"/>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978122" y="4448563"/>
            <a:ext cx="442106" cy="463424"/>
            <a:chOff x="0" y="0"/>
            <a:chExt cx="116440" cy="122054"/>
          </a:xfrm>
        </p:grpSpPr>
        <p:sp>
          <p:nvSpPr>
            <p:cNvPr name="Freeform 25" id="25"/>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26" id="26"/>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6006338" y="732438"/>
            <a:ext cx="1252962" cy="296262"/>
            <a:chOff x="0" y="0"/>
            <a:chExt cx="1670615" cy="395016"/>
          </a:xfrm>
        </p:grpSpPr>
        <p:grpSp>
          <p:nvGrpSpPr>
            <p:cNvPr name="Group 28" id="28"/>
            <p:cNvGrpSpPr/>
            <p:nvPr/>
          </p:nvGrpSpPr>
          <p:grpSpPr>
            <a:xfrm rot="0">
              <a:off x="1275599" y="0"/>
              <a:ext cx="395016" cy="39501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637800" y="0"/>
              <a:ext cx="395016" cy="39501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0" y="0"/>
              <a:ext cx="395016" cy="39501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37" id="37"/>
          <p:cNvGrpSpPr/>
          <p:nvPr/>
        </p:nvGrpSpPr>
        <p:grpSpPr>
          <a:xfrm rot="0">
            <a:off x="1992677" y="732438"/>
            <a:ext cx="296262" cy="29626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514327" y="732438"/>
            <a:ext cx="296262" cy="29626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035977" y="732438"/>
            <a:ext cx="296262" cy="29626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6217664" y="9054636"/>
            <a:ext cx="3086100" cy="203664"/>
            <a:chOff x="0" y="0"/>
            <a:chExt cx="812800" cy="53640"/>
          </a:xfrm>
        </p:grpSpPr>
        <p:sp>
          <p:nvSpPr>
            <p:cNvPr name="Freeform 47" id="47"/>
            <p:cNvSpPr/>
            <p:nvPr/>
          </p:nvSpPr>
          <p:spPr>
            <a:xfrm flipH="false" flipV="false" rot="0">
              <a:off x="0" y="0"/>
              <a:ext cx="812800" cy="53640"/>
            </a:xfrm>
            <a:custGeom>
              <a:avLst/>
              <a:gdLst/>
              <a:ahLst/>
              <a:cxnLst/>
              <a:rect r="r" b="b" t="t" l="l"/>
              <a:pathLst>
                <a:path h="53640" w="812800">
                  <a:moveTo>
                    <a:pt x="0" y="0"/>
                  </a:moveTo>
                  <a:lnTo>
                    <a:pt x="812800" y="0"/>
                  </a:lnTo>
                  <a:lnTo>
                    <a:pt x="812800" y="53640"/>
                  </a:lnTo>
                  <a:lnTo>
                    <a:pt x="0" y="53640"/>
                  </a:lnTo>
                  <a:close/>
                </a:path>
              </a:pathLst>
            </a:custGeom>
            <a:solidFill>
              <a:srgbClr val="000000"/>
            </a:solidFill>
          </p:spPr>
        </p:sp>
        <p:sp>
          <p:nvSpPr>
            <p:cNvPr name="TextBox 48" id="48"/>
            <p:cNvSpPr txBox="true"/>
            <p:nvPr/>
          </p:nvSpPr>
          <p:spPr>
            <a:xfrm>
              <a:off x="0" y="-38100"/>
              <a:ext cx="812800" cy="91740"/>
            </a:xfrm>
            <a:prstGeom prst="rect">
              <a:avLst/>
            </a:prstGeom>
          </p:spPr>
          <p:txBody>
            <a:bodyPr anchor="ctr" rtlCol="false" tIns="50800" lIns="50800" bIns="50800" rIns="50800"/>
            <a:lstStyle/>
            <a:p>
              <a:pPr algn="ctr">
                <a:lnSpc>
                  <a:spcPts val="2659"/>
                </a:lnSpc>
              </a:pPr>
            </a:p>
          </p:txBody>
        </p:sp>
      </p:grpSp>
      <p:sp>
        <p:nvSpPr>
          <p:cNvPr name="TextBox 49" id="49"/>
          <p:cNvSpPr txBox="true"/>
          <p:nvPr/>
        </p:nvSpPr>
        <p:spPr>
          <a:xfrm rot="0">
            <a:off x="3040044" y="5515152"/>
            <a:ext cx="3747207" cy="596900"/>
          </a:xfrm>
          <a:prstGeom prst="rect">
            <a:avLst/>
          </a:prstGeom>
        </p:spPr>
        <p:txBody>
          <a:bodyPr anchor="t" rtlCol="false" tIns="0" lIns="0" bIns="0" rIns="0">
            <a:spAutoFit/>
          </a:bodyPr>
          <a:lstStyle/>
          <a:p>
            <a:pPr algn="l">
              <a:lnSpc>
                <a:spcPts val="4900"/>
              </a:lnSpc>
            </a:pPr>
            <a:r>
              <a:rPr lang="en-US" sz="3500">
                <a:solidFill>
                  <a:srgbClr val="000000"/>
                </a:solidFill>
                <a:latin typeface="Open Sans 2"/>
                <a:ea typeface="Open Sans 2"/>
                <a:cs typeface="Open Sans 2"/>
                <a:sym typeface="Open Sans 2"/>
              </a:rPr>
              <a:t>By Daniel Galego</a:t>
            </a:r>
          </a:p>
        </p:txBody>
      </p:sp>
      <p:sp>
        <p:nvSpPr>
          <p:cNvPr name="TextBox 50" id="50"/>
          <p:cNvSpPr txBox="true"/>
          <p:nvPr/>
        </p:nvSpPr>
        <p:spPr>
          <a:xfrm rot="0">
            <a:off x="2420229" y="3550124"/>
            <a:ext cx="13447542"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Montserrat Bold"/>
                <a:ea typeface="Montserrat Bold"/>
                <a:cs typeface="Montserrat Bold"/>
                <a:sym typeface="Montserrat Bold"/>
              </a:rPr>
              <a:t>PRESEN</a:t>
            </a:r>
            <a:r>
              <a:rPr lang="en-US" b="true" sz="11886">
                <a:solidFill>
                  <a:srgbClr val="FFCC00"/>
                </a:solidFill>
                <a:latin typeface="Montserrat Bold"/>
                <a:ea typeface="Montserrat Bold"/>
                <a:cs typeface="Montserrat Bold"/>
                <a:sym typeface="Montserrat Bold"/>
              </a:rPr>
              <a:t>TATION</a:t>
            </a:r>
          </a:p>
        </p:txBody>
      </p:sp>
      <p:grpSp>
        <p:nvGrpSpPr>
          <p:cNvPr name="Group 51" id="51"/>
          <p:cNvGrpSpPr/>
          <p:nvPr/>
        </p:nvGrpSpPr>
        <p:grpSpPr>
          <a:xfrm rot="0">
            <a:off x="9303764" y="9054636"/>
            <a:ext cx="3086100" cy="203664"/>
            <a:chOff x="0" y="0"/>
            <a:chExt cx="812800" cy="53640"/>
          </a:xfrm>
        </p:grpSpPr>
        <p:sp>
          <p:nvSpPr>
            <p:cNvPr name="Freeform 52" id="52"/>
            <p:cNvSpPr/>
            <p:nvPr/>
          </p:nvSpPr>
          <p:spPr>
            <a:xfrm flipH="false" flipV="false" rot="0">
              <a:off x="0" y="0"/>
              <a:ext cx="812800" cy="53640"/>
            </a:xfrm>
            <a:custGeom>
              <a:avLst/>
              <a:gdLst/>
              <a:ahLst/>
              <a:cxnLst/>
              <a:rect r="r" b="b" t="t" l="l"/>
              <a:pathLst>
                <a:path h="53640" w="812800">
                  <a:moveTo>
                    <a:pt x="0" y="0"/>
                  </a:moveTo>
                  <a:lnTo>
                    <a:pt x="812800" y="0"/>
                  </a:lnTo>
                  <a:lnTo>
                    <a:pt x="812800" y="53640"/>
                  </a:lnTo>
                  <a:lnTo>
                    <a:pt x="0" y="53640"/>
                  </a:lnTo>
                  <a:close/>
                </a:path>
              </a:pathLst>
            </a:custGeom>
            <a:solidFill>
              <a:srgbClr val="FFCC00"/>
            </a:solidFill>
          </p:spPr>
        </p:sp>
        <p:sp>
          <p:nvSpPr>
            <p:cNvPr name="TextBox 53" id="53"/>
            <p:cNvSpPr txBox="true"/>
            <p:nvPr/>
          </p:nvSpPr>
          <p:spPr>
            <a:xfrm>
              <a:off x="0" y="-38100"/>
              <a:ext cx="812800" cy="917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469914" y="835499"/>
            <a:ext cx="6833851" cy="76757"/>
            <a:chOff x="0" y="0"/>
            <a:chExt cx="1799862" cy="20216"/>
          </a:xfrm>
        </p:grpSpPr>
        <p:sp>
          <p:nvSpPr>
            <p:cNvPr name="Freeform 55" id="55"/>
            <p:cNvSpPr/>
            <p:nvPr/>
          </p:nvSpPr>
          <p:spPr>
            <a:xfrm flipH="false" flipV="false" rot="0">
              <a:off x="0" y="0"/>
              <a:ext cx="1799862" cy="20216"/>
            </a:xfrm>
            <a:custGeom>
              <a:avLst/>
              <a:gdLst/>
              <a:ahLst/>
              <a:cxnLst/>
              <a:rect r="r" b="b" t="t" l="l"/>
              <a:pathLst>
                <a:path h="20216" w="1799862">
                  <a:moveTo>
                    <a:pt x="0" y="0"/>
                  </a:moveTo>
                  <a:lnTo>
                    <a:pt x="1799862" y="0"/>
                  </a:lnTo>
                  <a:lnTo>
                    <a:pt x="1799862" y="20216"/>
                  </a:lnTo>
                  <a:lnTo>
                    <a:pt x="0" y="20216"/>
                  </a:lnTo>
                  <a:close/>
                </a:path>
              </a:pathLst>
            </a:custGeom>
            <a:solidFill>
              <a:srgbClr val="000000"/>
            </a:solidFill>
          </p:spPr>
        </p:sp>
        <p:sp>
          <p:nvSpPr>
            <p:cNvPr name="TextBox 56" id="56"/>
            <p:cNvSpPr txBox="true"/>
            <p:nvPr/>
          </p:nvSpPr>
          <p:spPr>
            <a:xfrm>
              <a:off x="0" y="-38100"/>
              <a:ext cx="1799862" cy="58316"/>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9303764" y="852027"/>
            <a:ext cx="6564007" cy="66921"/>
            <a:chOff x="0" y="0"/>
            <a:chExt cx="1728792" cy="17625"/>
          </a:xfrm>
        </p:grpSpPr>
        <p:sp>
          <p:nvSpPr>
            <p:cNvPr name="Freeform 58" id="58"/>
            <p:cNvSpPr/>
            <p:nvPr/>
          </p:nvSpPr>
          <p:spPr>
            <a:xfrm flipH="false" flipV="false" rot="0">
              <a:off x="0" y="0"/>
              <a:ext cx="1728792" cy="17625"/>
            </a:xfrm>
            <a:custGeom>
              <a:avLst/>
              <a:gdLst/>
              <a:ahLst/>
              <a:cxnLst/>
              <a:rect r="r" b="b" t="t" l="l"/>
              <a:pathLst>
                <a:path h="17625" w="1728792">
                  <a:moveTo>
                    <a:pt x="0" y="0"/>
                  </a:moveTo>
                  <a:lnTo>
                    <a:pt x="1728792" y="0"/>
                  </a:lnTo>
                  <a:lnTo>
                    <a:pt x="1728792" y="17625"/>
                  </a:lnTo>
                  <a:lnTo>
                    <a:pt x="0" y="17625"/>
                  </a:lnTo>
                  <a:close/>
                </a:path>
              </a:pathLst>
            </a:custGeom>
            <a:solidFill>
              <a:srgbClr val="FFCC00"/>
            </a:solidFill>
          </p:spPr>
        </p:sp>
        <p:sp>
          <p:nvSpPr>
            <p:cNvPr name="TextBox 59" id="59"/>
            <p:cNvSpPr txBox="true"/>
            <p:nvPr/>
          </p:nvSpPr>
          <p:spPr>
            <a:xfrm>
              <a:off x="0" y="-38100"/>
              <a:ext cx="1728792" cy="5572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953515" cy="10287000"/>
            <a:chOff x="0" y="0"/>
            <a:chExt cx="2094753" cy="2709333"/>
          </a:xfrm>
        </p:grpSpPr>
        <p:sp>
          <p:nvSpPr>
            <p:cNvPr name="Freeform 3" id="3"/>
            <p:cNvSpPr/>
            <p:nvPr/>
          </p:nvSpPr>
          <p:spPr>
            <a:xfrm flipH="false" flipV="false" rot="0">
              <a:off x="0" y="0"/>
              <a:ext cx="2094753" cy="2709333"/>
            </a:xfrm>
            <a:custGeom>
              <a:avLst/>
              <a:gdLst/>
              <a:ahLst/>
              <a:cxnLst/>
              <a:rect r="r" b="b" t="t" l="l"/>
              <a:pathLst>
                <a:path h="2709333" w="2094753">
                  <a:moveTo>
                    <a:pt x="0" y="0"/>
                  </a:moveTo>
                  <a:lnTo>
                    <a:pt x="2094753" y="0"/>
                  </a:lnTo>
                  <a:lnTo>
                    <a:pt x="2094753" y="2709333"/>
                  </a:lnTo>
                  <a:lnTo>
                    <a:pt x="0" y="2709333"/>
                  </a:lnTo>
                  <a:close/>
                </a:path>
              </a:pathLst>
            </a:custGeom>
            <a:solidFill>
              <a:srgbClr val="FFCC00"/>
            </a:solidFill>
          </p:spPr>
        </p:sp>
        <p:sp>
          <p:nvSpPr>
            <p:cNvPr name="TextBox 4" id="4"/>
            <p:cNvSpPr txBox="true"/>
            <p:nvPr/>
          </p:nvSpPr>
          <p:spPr>
            <a:xfrm>
              <a:off x="0" y="-38100"/>
              <a:ext cx="209475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610544" y="-2659"/>
            <a:ext cx="677456" cy="10289659"/>
            <a:chOff x="0" y="0"/>
            <a:chExt cx="178425" cy="2710034"/>
          </a:xfrm>
        </p:grpSpPr>
        <p:sp>
          <p:nvSpPr>
            <p:cNvPr name="Freeform 6" id="6"/>
            <p:cNvSpPr/>
            <p:nvPr/>
          </p:nvSpPr>
          <p:spPr>
            <a:xfrm flipH="false" flipV="false" rot="0">
              <a:off x="0" y="0"/>
              <a:ext cx="178425" cy="2710034"/>
            </a:xfrm>
            <a:custGeom>
              <a:avLst/>
              <a:gdLst/>
              <a:ahLst/>
              <a:cxnLst/>
              <a:rect r="r" b="b" t="t" l="l"/>
              <a:pathLst>
                <a:path h="2710034" w="178425">
                  <a:moveTo>
                    <a:pt x="0" y="0"/>
                  </a:moveTo>
                  <a:lnTo>
                    <a:pt x="178425" y="0"/>
                  </a:lnTo>
                  <a:lnTo>
                    <a:pt x="178425" y="2710034"/>
                  </a:lnTo>
                  <a:lnTo>
                    <a:pt x="0" y="2710034"/>
                  </a:lnTo>
                  <a:close/>
                </a:path>
              </a:pathLst>
            </a:custGeom>
            <a:solidFill>
              <a:srgbClr val="000000"/>
            </a:solidFill>
          </p:spPr>
        </p:sp>
        <p:sp>
          <p:nvSpPr>
            <p:cNvPr name="TextBox 7" id="7"/>
            <p:cNvSpPr txBox="true"/>
            <p:nvPr/>
          </p:nvSpPr>
          <p:spPr>
            <a:xfrm>
              <a:off x="0" y="-38100"/>
              <a:ext cx="178425" cy="274813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2387046">
            <a:off x="650418" y="4964306"/>
            <a:ext cx="1885847" cy="2897252"/>
          </a:xfrm>
          <a:custGeom>
            <a:avLst/>
            <a:gdLst/>
            <a:ahLst/>
            <a:cxnLst/>
            <a:rect r="r" b="b" t="t" l="l"/>
            <a:pathLst>
              <a:path h="2897252" w="1885847">
                <a:moveTo>
                  <a:pt x="0" y="0"/>
                </a:moveTo>
                <a:lnTo>
                  <a:pt x="1885847" y="0"/>
                </a:lnTo>
                <a:lnTo>
                  <a:pt x="1885847" y="2897252"/>
                </a:lnTo>
                <a:lnTo>
                  <a:pt x="0" y="2897252"/>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2387046">
            <a:off x="650418" y="4811906"/>
            <a:ext cx="1885847" cy="2897252"/>
          </a:xfrm>
          <a:custGeom>
            <a:avLst/>
            <a:gdLst/>
            <a:ahLst/>
            <a:cxnLst/>
            <a:rect r="r" b="b" t="t" l="l"/>
            <a:pathLst>
              <a:path h="2897252" w="1885847">
                <a:moveTo>
                  <a:pt x="0" y="0"/>
                </a:moveTo>
                <a:lnTo>
                  <a:pt x="1885847" y="0"/>
                </a:lnTo>
                <a:lnTo>
                  <a:pt x="1885847" y="2897252"/>
                </a:lnTo>
                <a:lnTo>
                  <a:pt x="0" y="2897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3335020" y="7034194"/>
            <a:ext cx="3049652" cy="2038247"/>
            <a:chOff x="0" y="0"/>
            <a:chExt cx="4066202" cy="2717663"/>
          </a:xfrm>
        </p:grpSpPr>
        <p:sp>
          <p:nvSpPr>
            <p:cNvPr name="Freeform 11" id="11"/>
            <p:cNvSpPr/>
            <p:nvPr/>
          </p:nvSpPr>
          <p:spPr>
            <a:xfrm flipH="false" flipV="false" rot="-5400000">
              <a:off x="877469" y="-471069"/>
              <a:ext cx="2514463" cy="3863002"/>
            </a:xfrm>
            <a:custGeom>
              <a:avLst/>
              <a:gdLst/>
              <a:ahLst/>
              <a:cxnLst/>
              <a:rect r="r" b="b" t="t" l="l"/>
              <a:pathLst>
                <a:path h="3863002" w="2514463">
                  <a:moveTo>
                    <a:pt x="0" y="0"/>
                  </a:moveTo>
                  <a:lnTo>
                    <a:pt x="2514464" y="0"/>
                  </a:lnTo>
                  <a:lnTo>
                    <a:pt x="2514464" y="3863002"/>
                  </a:lnTo>
                  <a:lnTo>
                    <a:pt x="0" y="3863002"/>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674269" y="-674269"/>
              <a:ext cx="2514463" cy="3863002"/>
            </a:xfrm>
            <a:custGeom>
              <a:avLst/>
              <a:gdLst/>
              <a:ahLst/>
              <a:cxnLst/>
              <a:rect r="r" b="b" t="t" l="l"/>
              <a:pathLst>
                <a:path h="3863002" w="2514463">
                  <a:moveTo>
                    <a:pt x="0" y="0"/>
                  </a:moveTo>
                  <a:lnTo>
                    <a:pt x="2514464" y="0"/>
                  </a:lnTo>
                  <a:lnTo>
                    <a:pt x="2514464" y="3863002"/>
                  </a:lnTo>
                  <a:lnTo>
                    <a:pt x="0" y="3863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3" id="13"/>
          <p:cNvGrpSpPr/>
          <p:nvPr/>
        </p:nvGrpSpPr>
        <p:grpSpPr>
          <a:xfrm rot="0">
            <a:off x="3022586" y="1169906"/>
            <a:ext cx="4473412" cy="4473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64706"/>
              </a:srgbClr>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2776701" y="1028700"/>
            <a:ext cx="4473412" cy="44734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737373">
                    <a:alpha val="100000"/>
                  </a:srgbClr>
                </a:gs>
              </a:gsLst>
              <a:lin ang="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8696804" y="3720077"/>
            <a:ext cx="7352340" cy="42481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grpSp>
        <p:nvGrpSpPr>
          <p:cNvPr name="Group 20" id="20"/>
          <p:cNvGrpSpPr/>
          <p:nvPr/>
        </p:nvGrpSpPr>
        <p:grpSpPr>
          <a:xfrm rot="2480471">
            <a:off x="566204" y="8300788"/>
            <a:ext cx="2169907" cy="1450266"/>
            <a:chOff x="0" y="0"/>
            <a:chExt cx="2893209" cy="1933688"/>
          </a:xfrm>
        </p:grpSpPr>
        <p:sp>
          <p:nvSpPr>
            <p:cNvPr name="Freeform 21" id="21"/>
            <p:cNvSpPr/>
            <p:nvPr/>
          </p:nvSpPr>
          <p:spPr>
            <a:xfrm flipH="false" flipV="false" rot="-5400000">
              <a:off x="624342" y="-335178"/>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5400000">
              <a:off x="479760" y="-479760"/>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3" id="23"/>
          <p:cNvGrpSpPr/>
          <p:nvPr/>
        </p:nvGrpSpPr>
        <p:grpSpPr>
          <a:xfrm rot="-1720968">
            <a:off x="5704330" y="9393940"/>
            <a:ext cx="2169907" cy="1450266"/>
            <a:chOff x="0" y="0"/>
            <a:chExt cx="2893209" cy="1933688"/>
          </a:xfrm>
        </p:grpSpPr>
        <p:sp>
          <p:nvSpPr>
            <p:cNvPr name="Freeform 24" id="24"/>
            <p:cNvSpPr/>
            <p:nvPr/>
          </p:nvSpPr>
          <p:spPr>
            <a:xfrm flipH="false" flipV="false" rot="-5400000">
              <a:off x="624342" y="-335178"/>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5400000">
              <a:off x="479760" y="-479760"/>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6" id="26"/>
          <p:cNvGrpSpPr/>
          <p:nvPr/>
        </p:nvGrpSpPr>
        <p:grpSpPr>
          <a:xfrm rot="10193887">
            <a:off x="3132954" y="9437358"/>
            <a:ext cx="2169907" cy="1450266"/>
            <a:chOff x="0" y="0"/>
            <a:chExt cx="2893209" cy="1933688"/>
          </a:xfrm>
        </p:grpSpPr>
        <p:sp>
          <p:nvSpPr>
            <p:cNvPr name="Freeform 27" id="27"/>
            <p:cNvSpPr/>
            <p:nvPr/>
          </p:nvSpPr>
          <p:spPr>
            <a:xfrm flipH="false" flipV="false" rot="-5400000">
              <a:off x="624342" y="-335178"/>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5400000">
              <a:off x="479760" y="-479760"/>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9" id="29"/>
          <p:cNvGrpSpPr/>
          <p:nvPr/>
        </p:nvGrpSpPr>
        <p:grpSpPr>
          <a:xfrm rot="-8811633">
            <a:off x="-796505" y="9437358"/>
            <a:ext cx="2169907" cy="1450266"/>
            <a:chOff x="0" y="0"/>
            <a:chExt cx="2893209" cy="1933688"/>
          </a:xfrm>
        </p:grpSpPr>
        <p:sp>
          <p:nvSpPr>
            <p:cNvPr name="Freeform 30" id="30"/>
            <p:cNvSpPr/>
            <p:nvPr/>
          </p:nvSpPr>
          <p:spPr>
            <a:xfrm flipH="false" flipV="false" rot="-5400000">
              <a:off x="624342" y="-335178"/>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5400000">
              <a:off x="479760" y="-479760"/>
              <a:ext cx="1789106" cy="2748627"/>
            </a:xfrm>
            <a:custGeom>
              <a:avLst/>
              <a:gdLst/>
              <a:ahLst/>
              <a:cxnLst/>
              <a:rect r="r" b="b" t="t" l="l"/>
              <a:pathLst>
                <a:path h="2748627" w="1789106">
                  <a:moveTo>
                    <a:pt x="0" y="0"/>
                  </a:moveTo>
                  <a:lnTo>
                    <a:pt x="1789107" y="0"/>
                  </a:lnTo>
                  <a:lnTo>
                    <a:pt x="1789107" y="2748627"/>
                  </a:lnTo>
                  <a:lnTo>
                    <a:pt x="0" y="27486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32" id="32"/>
          <p:cNvGrpSpPr/>
          <p:nvPr/>
        </p:nvGrpSpPr>
        <p:grpSpPr>
          <a:xfrm rot="-5730529">
            <a:off x="-763394" y="7087394"/>
            <a:ext cx="1526789" cy="1020436"/>
            <a:chOff x="0" y="0"/>
            <a:chExt cx="2035719" cy="1360581"/>
          </a:xfrm>
        </p:grpSpPr>
        <p:sp>
          <p:nvSpPr>
            <p:cNvPr name="Freeform 33" id="33"/>
            <p:cNvSpPr/>
            <p:nvPr/>
          </p:nvSpPr>
          <p:spPr>
            <a:xfrm flipH="false" flipV="false" rot="-5400000">
              <a:off x="439300" y="-235838"/>
              <a:ext cx="1258850" cy="1933988"/>
            </a:xfrm>
            <a:custGeom>
              <a:avLst/>
              <a:gdLst/>
              <a:ahLst/>
              <a:cxnLst/>
              <a:rect r="r" b="b" t="t" l="l"/>
              <a:pathLst>
                <a:path h="1933988" w="1258850">
                  <a:moveTo>
                    <a:pt x="0" y="0"/>
                  </a:moveTo>
                  <a:lnTo>
                    <a:pt x="1258850" y="0"/>
                  </a:lnTo>
                  <a:lnTo>
                    <a:pt x="1258850" y="1933988"/>
                  </a:lnTo>
                  <a:lnTo>
                    <a:pt x="0" y="1933988"/>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4" id="34"/>
            <p:cNvSpPr/>
            <p:nvPr/>
          </p:nvSpPr>
          <p:spPr>
            <a:xfrm flipH="false" flipV="false" rot="-5400000">
              <a:off x="337569" y="-337569"/>
              <a:ext cx="1258850" cy="1933988"/>
            </a:xfrm>
            <a:custGeom>
              <a:avLst/>
              <a:gdLst/>
              <a:ahLst/>
              <a:cxnLst/>
              <a:rect r="r" b="b" t="t" l="l"/>
              <a:pathLst>
                <a:path h="1933988" w="1258850">
                  <a:moveTo>
                    <a:pt x="0" y="0"/>
                  </a:moveTo>
                  <a:lnTo>
                    <a:pt x="1258850" y="0"/>
                  </a:lnTo>
                  <a:lnTo>
                    <a:pt x="1258850" y="1933988"/>
                  </a:lnTo>
                  <a:lnTo>
                    <a:pt x="0" y="1933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35" id="35"/>
          <p:cNvGrpSpPr/>
          <p:nvPr/>
        </p:nvGrpSpPr>
        <p:grpSpPr>
          <a:xfrm rot="-6628241">
            <a:off x="-763394" y="3705243"/>
            <a:ext cx="1526789" cy="1020436"/>
            <a:chOff x="0" y="0"/>
            <a:chExt cx="2035719" cy="1360581"/>
          </a:xfrm>
        </p:grpSpPr>
        <p:sp>
          <p:nvSpPr>
            <p:cNvPr name="Freeform 36" id="36"/>
            <p:cNvSpPr/>
            <p:nvPr/>
          </p:nvSpPr>
          <p:spPr>
            <a:xfrm flipH="false" flipV="false" rot="-5400000">
              <a:off x="439300" y="-235838"/>
              <a:ext cx="1258850" cy="1933988"/>
            </a:xfrm>
            <a:custGeom>
              <a:avLst/>
              <a:gdLst/>
              <a:ahLst/>
              <a:cxnLst/>
              <a:rect r="r" b="b" t="t" l="l"/>
              <a:pathLst>
                <a:path h="1933988" w="1258850">
                  <a:moveTo>
                    <a:pt x="0" y="0"/>
                  </a:moveTo>
                  <a:lnTo>
                    <a:pt x="1258850" y="0"/>
                  </a:lnTo>
                  <a:lnTo>
                    <a:pt x="1258850" y="1933988"/>
                  </a:lnTo>
                  <a:lnTo>
                    <a:pt x="0" y="1933988"/>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37" id="37"/>
            <p:cNvSpPr/>
            <p:nvPr/>
          </p:nvSpPr>
          <p:spPr>
            <a:xfrm flipH="false" flipV="false" rot="-5400000">
              <a:off x="337569" y="-337569"/>
              <a:ext cx="1258850" cy="1933988"/>
            </a:xfrm>
            <a:custGeom>
              <a:avLst/>
              <a:gdLst/>
              <a:ahLst/>
              <a:cxnLst/>
              <a:rect r="r" b="b" t="t" l="l"/>
              <a:pathLst>
                <a:path h="1933988" w="1258850">
                  <a:moveTo>
                    <a:pt x="0" y="0"/>
                  </a:moveTo>
                  <a:lnTo>
                    <a:pt x="1258850" y="0"/>
                  </a:lnTo>
                  <a:lnTo>
                    <a:pt x="1258850" y="1933988"/>
                  </a:lnTo>
                  <a:lnTo>
                    <a:pt x="0" y="1933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38" id="38"/>
          <p:cNvGrpSpPr/>
          <p:nvPr/>
        </p:nvGrpSpPr>
        <p:grpSpPr>
          <a:xfrm rot="6881207">
            <a:off x="6683286" y="7404354"/>
            <a:ext cx="1687349" cy="1127747"/>
            <a:chOff x="0" y="0"/>
            <a:chExt cx="2249798" cy="1503662"/>
          </a:xfrm>
        </p:grpSpPr>
        <p:sp>
          <p:nvSpPr>
            <p:cNvPr name="Freeform 39" id="39"/>
            <p:cNvSpPr/>
            <p:nvPr/>
          </p:nvSpPr>
          <p:spPr>
            <a:xfrm flipH="false" flipV="false" rot="-5400000">
              <a:off x="485497" y="-260639"/>
              <a:ext cx="1391233" cy="2137369"/>
            </a:xfrm>
            <a:custGeom>
              <a:avLst/>
              <a:gdLst/>
              <a:ahLst/>
              <a:cxnLst/>
              <a:rect r="r" b="b" t="t" l="l"/>
              <a:pathLst>
                <a:path h="2137369" w="1391233">
                  <a:moveTo>
                    <a:pt x="0" y="0"/>
                  </a:moveTo>
                  <a:lnTo>
                    <a:pt x="1391233" y="0"/>
                  </a:lnTo>
                  <a:lnTo>
                    <a:pt x="1391233" y="2137369"/>
                  </a:lnTo>
                  <a:lnTo>
                    <a:pt x="0" y="2137369"/>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40" id="40"/>
            <p:cNvSpPr/>
            <p:nvPr/>
          </p:nvSpPr>
          <p:spPr>
            <a:xfrm flipH="false" flipV="false" rot="-5400000">
              <a:off x="373068" y="-373068"/>
              <a:ext cx="1391233" cy="2137369"/>
            </a:xfrm>
            <a:custGeom>
              <a:avLst/>
              <a:gdLst/>
              <a:ahLst/>
              <a:cxnLst/>
              <a:rect r="r" b="b" t="t" l="l"/>
              <a:pathLst>
                <a:path h="2137369" w="1391233">
                  <a:moveTo>
                    <a:pt x="0" y="0"/>
                  </a:moveTo>
                  <a:lnTo>
                    <a:pt x="1391233" y="0"/>
                  </a:lnTo>
                  <a:lnTo>
                    <a:pt x="1391233" y="2137369"/>
                  </a:lnTo>
                  <a:lnTo>
                    <a:pt x="0" y="2137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AutoShape 41" id="41"/>
          <p:cNvSpPr/>
          <p:nvPr/>
        </p:nvSpPr>
        <p:spPr>
          <a:xfrm>
            <a:off x="8667890" y="1100138"/>
            <a:ext cx="4114609" cy="0"/>
          </a:xfrm>
          <a:prstGeom prst="line">
            <a:avLst/>
          </a:prstGeom>
          <a:ln cap="flat" w="142875">
            <a:solidFill>
              <a:srgbClr val="FFCC00"/>
            </a:solidFill>
            <a:prstDash val="solid"/>
            <a:headEnd type="none" len="sm" w="sm"/>
            <a:tailEnd type="none" len="sm" w="sm"/>
          </a:ln>
        </p:spPr>
      </p:sp>
      <p:sp>
        <p:nvSpPr>
          <p:cNvPr name="AutoShape 42" id="42"/>
          <p:cNvSpPr/>
          <p:nvPr/>
        </p:nvSpPr>
        <p:spPr>
          <a:xfrm>
            <a:off x="12782499" y="9143879"/>
            <a:ext cx="4114609" cy="0"/>
          </a:xfrm>
          <a:prstGeom prst="line">
            <a:avLst/>
          </a:prstGeom>
          <a:ln cap="flat" w="142875">
            <a:solidFill>
              <a:srgbClr val="FFCC00"/>
            </a:solidFill>
            <a:prstDash val="solid"/>
            <a:headEnd type="none" len="sm" w="sm"/>
            <a:tailEnd type="none" len="sm" w="sm"/>
          </a:ln>
        </p:spPr>
      </p:sp>
      <p:grpSp>
        <p:nvGrpSpPr>
          <p:cNvPr name="Group 43" id="43"/>
          <p:cNvGrpSpPr/>
          <p:nvPr/>
        </p:nvGrpSpPr>
        <p:grpSpPr>
          <a:xfrm rot="0">
            <a:off x="15644146" y="952006"/>
            <a:ext cx="1252962" cy="296262"/>
            <a:chOff x="0" y="0"/>
            <a:chExt cx="1670615" cy="395016"/>
          </a:xfrm>
        </p:grpSpPr>
        <p:grpSp>
          <p:nvGrpSpPr>
            <p:cNvPr name="Group 44" id="44"/>
            <p:cNvGrpSpPr/>
            <p:nvPr/>
          </p:nvGrpSpPr>
          <p:grpSpPr>
            <a:xfrm rot="0">
              <a:off x="1275599" y="0"/>
              <a:ext cx="395016" cy="395016"/>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637800" y="0"/>
              <a:ext cx="395016" cy="395016"/>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0" y="0"/>
              <a:ext cx="395016" cy="395016"/>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53" id="53"/>
          <p:cNvGrpSpPr/>
          <p:nvPr/>
        </p:nvGrpSpPr>
        <p:grpSpPr>
          <a:xfrm rot="2480471">
            <a:off x="2134857" y="7955932"/>
            <a:ext cx="1422817" cy="950946"/>
            <a:chOff x="0" y="0"/>
            <a:chExt cx="1897090" cy="1267928"/>
          </a:xfrm>
        </p:grpSpPr>
        <p:sp>
          <p:nvSpPr>
            <p:cNvPr name="Freeform 54" id="54"/>
            <p:cNvSpPr/>
            <p:nvPr/>
          </p:nvSpPr>
          <p:spPr>
            <a:xfrm flipH="false" flipV="false" rot="-5400000">
              <a:off x="409384" y="-219778"/>
              <a:ext cx="1173125" cy="1802286"/>
            </a:xfrm>
            <a:custGeom>
              <a:avLst/>
              <a:gdLst/>
              <a:ahLst/>
              <a:cxnLst/>
              <a:rect r="r" b="b" t="t" l="l"/>
              <a:pathLst>
                <a:path h="1802286" w="1173125">
                  <a:moveTo>
                    <a:pt x="0" y="0"/>
                  </a:moveTo>
                  <a:lnTo>
                    <a:pt x="1173125" y="0"/>
                  </a:lnTo>
                  <a:lnTo>
                    <a:pt x="1173125" y="1802287"/>
                  </a:lnTo>
                  <a:lnTo>
                    <a:pt x="0" y="1802287"/>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55" id="55"/>
            <p:cNvSpPr/>
            <p:nvPr/>
          </p:nvSpPr>
          <p:spPr>
            <a:xfrm flipH="false" flipV="false" rot="-5400000">
              <a:off x="314581" y="-314581"/>
              <a:ext cx="1173125" cy="1802286"/>
            </a:xfrm>
            <a:custGeom>
              <a:avLst/>
              <a:gdLst/>
              <a:ahLst/>
              <a:cxnLst/>
              <a:rect r="r" b="b" t="t" l="l"/>
              <a:pathLst>
                <a:path h="1802286" w="1173125">
                  <a:moveTo>
                    <a:pt x="0" y="0"/>
                  </a:moveTo>
                  <a:lnTo>
                    <a:pt x="1173124" y="0"/>
                  </a:lnTo>
                  <a:lnTo>
                    <a:pt x="1173124" y="1802286"/>
                  </a:lnTo>
                  <a:lnTo>
                    <a:pt x="0" y="1802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6" id="56"/>
          <p:cNvGrpSpPr/>
          <p:nvPr/>
        </p:nvGrpSpPr>
        <p:grpSpPr>
          <a:xfrm rot="-1252925">
            <a:off x="5205070" y="9055743"/>
            <a:ext cx="1085916" cy="725776"/>
            <a:chOff x="0" y="0"/>
            <a:chExt cx="1447888" cy="967702"/>
          </a:xfrm>
        </p:grpSpPr>
        <p:sp>
          <p:nvSpPr>
            <p:cNvPr name="Freeform 57" id="57"/>
            <p:cNvSpPr/>
            <p:nvPr/>
          </p:nvSpPr>
          <p:spPr>
            <a:xfrm flipH="false" flipV="false" rot="-5400000">
              <a:off x="312448" y="-167738"/>
              <a:ext cx="895347" cy="1375532"/>
            </a:xfrm>
            <a:custGeom>
              <a:avLst/>
              <a:gdLst/>
              <a:ahLst/>
              <a:cxnLst/>
              <a:rect r="r" b="b" t="t" l="l"/>
              <a:pathLst>
                <a:path h="1375532" w="895347">
                  <a:moveTo>
                    <a:pt x="0" y="0"/>
                  </a:moveTo>
                  <a:lnTo>
                    <a:pt x="895347" y="0"/>
                  </a:lnTo>
                  <a:lnTo>
                    <a:pt x="895347" y="1375533"/>
                  </a:lnTo>
                  <a:lnTo>
                    <a:pt x="0" y="1375533"/>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58" id="58"/>
            <p:cNvSpPr/>
            <p:nvPr/>
          </p:nvSpPr>
          <p:spPr>
            <a:xfrm flipH="false" flipV="false" rot="-5400000">
              <a:off x="240093" y="-240093"/>
              <a:ext cx="895347" cy="1375532"/>
            </a:xfrm>
            <a:custGeom>
              <a:avLst/>
              <a:gdLst/>
              <a:ahLst/>
              <a:cxnLst/>
              <a:rect r="r" b="b" t="t" l="l"/>
              <a:pathLst>
                <a:path h="1375532" w="895347">
                  <a:moveTo>
                    <a:pt x="0" y="0"/>
                  </a:moveTo>
                  <a:lnTo>
                    <a:pt x="895347" y="0"/>
                  </a:lnTo>
                  <a:lnTo>
                    <a:pt x="895347" y="1375533"/>
                  </a:lnTo>
                  <a:lnTo>
                    <a:pt x="0" y="1375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9" id="59"/>
          <p:cNvGrpSpPr/>
          <p:nvPr/>
        </p:nvGrpSpPr>
        <p:grpSpPr>
          <a:xfrm rot="-914309">
            <a:off x="1860380" y="9924112"/>
            <a:ext cx="1085916" cy="725776"/>
            <a:chOff x="0" y="0"/>
            <a:chExt cx="1447888" cy="967702"/>
          </a:xfrm>
        </p:grpSpPr>
        <p:sp>
          <p:nvSpPr>
            <p:cNvPr name="Freeform 60" id="60"/>
            <p:cNvSpPr/>
            <p:nvPr/>
          </p:nvSpPr>
          <p:spPr>
            <a:xfrm flipH="false" flipV="false" rot="-5400000">
              <a:off x="312448" y="-167738"/>
              <a:ext cx="895347" cy="1375532"/>
            </a:xfrm>
            <a:custGeom>
              <a:avLst/>
              <a:gdLst/>
              <a:ahLst/>
              <a:cxnLst/>
              <a:rect r="r" b="b" t="t" l="l"/>
              <a:pathLst>
                <a:path h="1375532" w="895347">
                  <a:moveTo>
                    <a:pt x="0" y="0"/>
                  </a:moveTo>
                  <a:lnTo>
                    <a:pt x="895347" y="0"/>
                  </a:lnTo>
                  <a:lnTo>
                    <a:pt x="895347" y="1375533"/>
                  </a:lnTo>
                  <a:lnTo>
                    <a:pt x="0" y="1375533"/>
                  </a:lnTo>
                  <a:lnTo>
                    <a:pt x="0" y="0"/>
                  </a:lnTo>
                  <a:close/>
                </a:path>
              </a:pathLst>
            </a:custGeom>
            <a:blipFill>
              <a:blip r:embed="rId2">
                <a:alphaModFix amt="65000"/>
                <a:extLst>
                  <a:ext uri="{96DAC541-7B7A-43D3-8B79-37D633B846F1}">
                    <asvg:svgBlip xmlns:asvg="http://schemas.microsoft.com/office/drawing/2016/SVG/main" r:embed="rId3"/>
                  </a:ext>
                </a:extLst>
              </a:blip>
              <a:stretch>
                <a:fillRect l="0" t="0" r="0" b="0"/>
              </a:stretch>
            </a:blipFill>
          </p:spPr>
        </p:sp>
        <p:sp>
          <p:nvSpPr>
            <p:cNvPr name="Freeform 61" id="61"/>
            <p:cNvSpPr/>
            <p:nvPr/>
          </p:nvSpPr>
          <p:spPr>
            <a:xfrm flipH="false" flipV="false" rot="-5400000">
              <a:off x="240093" y="-240093"/>
              <a:ext cx="895347" cy="1375532"/>
            </a:xfrm>
            <a:custGeom>
              <a:avLst/>
              <a:gdLst/>
              <a:ahLst/>
              <a:cxnLst/>
              <a:rect r="r" b="b" t="t" l="l"/>
              <a:pathLst>
                <a:path h="1375532" w="895347">
                  <a:moveTo>
                    <a:pt x="0" y="0"/>
                  </a:moveTo>
                  <a:lnTo>
                    <a:pt x="895347" y="0"/>
                  </a:lnTo>
                  <a:lnTo>
                    <a:pt x="895347" y="1375533"/>
                  </a:lnTo>
                  <a:lnTo>
                    <a:pt x="0" y="1375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62" id="62"/>
          <p:cNvSpPr txBox="true"/>
          <p:nvPr/>
        </p:nvSpPr>
        <p:spPr>
          <a:xfrm rot="0">
            <a:off x="8667890" y="2071606"/>
            <a:ext cx="7381254" cy="1193800"/>
          </a:xfrm>
          <a:prstGeom prst="rect">
            <a:avLst/>
          </a:prstGeom>
        </p:spPr>
        <p:txBody>
          <a:bodyPr anchor="t" rtlCol="false" tIns="0" lIns="0" bIns="0" rIns="0">
            <a:spAutoFit/>
          </a:bodyPr>
          <a:lstStyle/>
          <a:p>
            <a:pPr algn="l">
              <a:lnSpc>
                <a:spcPts val="9799"/>
              </a:lnSpc>
            </a:pPr>
            <a:r>
              <a:rPr lang="en-US" sz="6999" b="true">
                <a:solidFill>
                  <a:srgbClr val="000000"/>
                </a:solidFill>
                <a:latin typeface="Montserrat Bold"/>
                <a:ea typeface="Montserrat Bold"/>
                <a:cs typeface="Montserrat Bold"/>
                <a:sym typeface="Montserrat Bold"/>
              </a:rPr>
              <a:t>BACKGROUND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122574" cy="10287000"/>
            <a:chOff x="0" y="0"/>
            <a:chExt cx="1875904" cy="2709333"/>
          </a:xfrm>
        </p:grpSpPr>
        <p:sp>
          <p:nvSpPr>
            <p:cNvPr name="Freeform 3" id="3"/>
            <p:cNvSpPr/>
            <p:nvPr/>
          </p:nvSpPr>
          <p:spPr>
            <a:xfrm flipH="false" flipV="false" rot="0">
              <a:off x="0" y="0"/>
              <a:ext cx="1875904" cy="2709333"/>
            </a:xfrm>
            <a:custGeom>
              <a:avLst/>
              <a:gdLst/>
              <a:ahLst/>
              <a:cxnLst/>
              <a:rect r="r" b="b" t="t" l="l"/>
              <a:pathLst>
                <a:path h="2709333" w="1875904">
                  <a:moveTo>
                    <a:pt x="0" y="0"/>
                  </a:moveTo>
                  <a:lnTo>
                    <a:pt x="1875904" y="0"/>
                  </a:lnTo>
                  <a:lnTo>
                    <a:pt x="1875904" y="2709333"/>
                  </a:lnTo>
                  <a:lnTo>
                    <a:pt x="0" y="2709333"/>
                  </a:lnTo>
                  <a:close/>
                </a:path>
              </a:pathLst>
            </a:custGeom>
            <a:solidFill>
              <a:srgbClr val="FFCC00"/>
            </a:solidFill>
          </p:spPr>
        </p:sp>
        <p:sp>
          <p:nvSpPr>
            <p:cNvPr name="TextBox 4" id="4"/>
            <p:cNvSpPr txBox="true"/>
            <p:nvPr/>
          </p:nvSpPr>
          <p:spPr>
            <a:xfrm>
              <a:off x="0" y="-38100"/>
              <a:ext cx="1875904"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553513" y="2405558"/>
            <a:ext cx="8229600" cy="5472684"/>
          </a:xfrm>
          <a:custGeom>
            <a:avLst/>
            <a:gdLst/>
            <a:ahLst/>
            <a:cxnLst/>
            <a:rect r="r" b="b" t="t" l="l"/>
            <a:pathLst>
              <a:path h="5472684" w="8229600">
                <a:moveTo>
                  <a:pt x="0" y="0"/>
                </a:moveTo>
                <a:lnTo>
                  <a:pt x="8229600" y="0"/>
                </a:lnTo>
                <a:lnTo>
                  <a:pt x="8229600" y="5472684"/>
                </a:lnTo>
                <a:lnTo>
                  <a:pt x="0" y="5472684"/>
                </a:lnTo>
                <a:lnTo>
                  <a:pt x="0" y="0"/>
                </a:lnTo>
                <a:close/>
              </a:path>
            </a:pathLst>
          </a:custGeom>
          <a:blipFill>
            <a:blip r:embed="rId2"/>
            <a:stretch>
              <a:fillRect l="0" t="0" r="0" b="0"/>
            </a:stretch>
          </a:blipFill>
          <a:ln w="171450" cap="sq">
            <a:solidFill>
              <a:srgbClr val="000000"/>
            </a:solidFill>
            <a:prstDash val="solid"/>
            <a:miter/>
          </a:ln>
        </p:spPr>
      </p:sp>
      <p:grpSp>
        <p:nvGrpSpPr>
          <p:cNvPr name="Group 6" id="6"/>
          <p:cNvGrpSpPr/>
          <p:nvPr/>
        </p:nvGrpSpPr>
        <p:grpSpPr>
          <a:xfrm rot="0">
            <a:off x="0" y="9731350"/>
            <a:ext cx="2804873" cy="163632"/>
            <a:chOff x="0" y="0"/>
            <a:chExt cx="738732" cy="43097"/>
          </a:xfrm>
        </p:grpSpPr>
        <p:sp>
          <p:nvSpPr>
            <p:cNvPr name="Freeform 7" id="7"/>
            <p:cNvSpPr/>
            <p:nvPr/>
          </p:nvSpPr>
          <p:spPr>
            <a:xfrm flipH="false" flipV="false" rot="0">
              <a:off x="0" y="0"/>
              <a:ext cx="738732" cy="43097"/>
            </a:xfrm>
            <a:custGeom>
              <a:avLst/>
              <a:gdLst/>
              <a:ahLst/>
              <a:cxnLst/>
              <a:rect r="r" b="b" t="t" l="l"/>
              <a:pathLst>
                <a:path h="43097" w="738732">
                  <a:moveTo>
                    <a:pt x="0" y="0"/>
                  </a:moveTo>
                  <a:lnTo>
                    <a:pt x="738732" y="0"/>
                  </a:lnTo>
                  <a:lnTo>
                    <a:pt x="738732" y="43097"/>
                  </a:lnTo>
                  <a:lnTo>
                    <a:pt x="0" y="43097"/>
                  </a:lnTo>
                  <a:close/>
                </a:path>
              </a:pathLst>
            </a:custGeom>
            <a:solidFill>
              <a:srgbClr val="000000"/>
            </a:solidFill>
          </p:spPr>
        </p:sp>
        <p:sp>
          <p:nvSpPr>
            <p:cNvPr name="TextBox 8" id="8"/>
            <p:cNvSpPr txBox="true"/>
            <p:nvPr/>
          </p:nvSpPr>
          <p:spPr>
            <a:xfrm>
              <a:off x="0" y="-38100"/>
              <a:ext cx="738732" cy="8119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388818"/>
            <a:ext cx="2804873" cy="163632"/>
            <a:chOff x="0" y="0"/>
            <a:chExt cx="738732" cy="43097"/>
          </a:xfrm>
        </p:grpSpPr>
        <p:sp>
          <p:nvSpPr>
            <p:cNvPr name="Freeform 10" id="10"/>
            <p:cNvSpPr/>
            <p:nvPr/>
          </p:nvSpPr>
          <p:spPr>
            <a:xfrm flipH="false" flipV="false" rot="0">
              <a:off x="0" y="0"/>
              <a:ext cx="738732" cy="43097"/>
            </a:xfrm>
            <a:custGeom>
              <a:avLst/>
              <a:gdLst/>
              <a:ahLst/>
              <a:cxnLst/>
              <a:rect r="r" b="b" t="t" l="l"/>
              <a:pathLst>
                <a:path h="43097" w="738732">
                  <a:moveTo>
                    <a:pt x="0" y="0"/>
                  </a:moveTo>
                  <a:lnTo>
                    <a:pt x="738732" y="0"/>
                  </a:lnTo>
                  <a:lnTo>
                    <a:pt x="738732" y="43097"/>
                  </a:lnTo>
                  <a:lnTo>
                    <a:pt x="0" y="43097"/>
                  </a:lnTo>
                  <a:close/>
                </a:path>
              </a:pathLst>
            </a:custGeom>
            <a:solidFill>
              <a:srgbClr val="000000"/>
            </a:solidFill>
          </p:spPr>
        </p:sp>
        <p:sp>
          <p:nvSpPr>
            <p:cNvPr name="TextBox 11" id="11"/>
            <p:cNvSpPr txBox="true"/>
            <p:nvPr/>
          </p:nvSpPr>
          <p:spPr>
            <a:xfrm>
              <a:off x="0" y="-38100"/>
              <a:ext cx="738732" cy="8119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259300" y="6412889"/>
            <a:ext cx="3086100" cy="4135272"/>
            <a:chOff x="0" y="0"/>
            <a:chExt cx="812800" cy="1089125"/>
          </a:xfrm>
        </p:grpSpPr>
        <p:sp>
          <p:nvSpPr>
            <p:cNvPr name="Freeform 13" id="13"/>
            <p:cNvSpPr/>
            <p:nvPr/>
          </p:nvSpPr>
          <p:spPr>
            <a:xfrm flipH="false" flipV="false" rot="0">
              <a:off x="0" y="0"/>
              <a:ext cx="812800" cy="1089125"/>
            </a:xfrm>
            <a:custGeom>
              <a:avLst/>
              <a:gdLst/>
              <a:ahLst/>
              <a:cxnLst/>
              <a:rect r="r" b="b" t="t" l="l"/>
              <a:pathLst>
                <a:path h="1089125" w="812800">
                  <a:moveTo>
                    <a:pt x="0" y="0"/>
                  </a:moveTo>
                  <a:lnTo>
                    <a:pt x="812800" y="0"/>
                  </a:lnTo>
                  <a:lnTo>
                    <a:pt x="812800" y="1089125"/>
                  </a:lnTo>
                  <a:lnTo>
                    <a:pt x="0" y="1089125"/>
                  </a:lnTo>
                  <a:close/>
                </a:path>
              </a:pathLst>
            </a:custGeom>
            <a:solidFill>
              <a:srgbClr val="FFCC00"/>
            </a:solidFill>
          </p:spPr>
        </p:sp>
        <p:sp>
          <p:nvSpPr>
            <p:cNvPr name="TextBox 14" id="14"/>
            <p:cNvSpPr txBox="true"/>
            <p:nvPr/>
          </p:nvSpPr>
          <p:spPr>
            <a:xfrm>
              <a:off x="0" y="-38100"/>
              <a:ext cx="812800" cy="11272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259300" y="-261162"/>
            <a:ext cx="3086100" cy="4616651"/>
            <a:chOff x="0" y="0"/>
            <a:chExt cx="812800" cy="1215908"/>
          </a:xfrm>
        </p:grpSpPr>
        <p:sp>
          <p:nvSpPr>
            <p:cNvPr name="Freeform 16" id="16"/>
            <p:cNvSpPr/>
            <p:nvPr/>
          </p:nvSpPr>
          <p:spPr>
            <a:xfrm flipH="false" flipV="false" rot="0">
              <a:off x="0" y="0"/>
              <a:ext cx="812800" cy="1215908"/>
            </a:xfrm>
            <a:custGeom>
              <a:avLst/>
              <a:gdLst/>
              <a:ahLst/>
              <a:cxnLst/>
              <a:rect r="r" b="b" t="t" l="l"/>
              <a:pathLst>
                <a:path h="1215908" w="812800">
                  <a:moveTo>
                    <a:pt x="0" y="0"/>
                  </a:moveTo>
                  <a:lnTo>
                    <a:pt x="812800" y="0"/>
                  </a:lnTo>
                  <a:lnTo>
                    <a:pt x="812800" y="1215908"/>
                  </a:lnTo>
                  <a:lnTo>
                    <a:pt x="0" y="1215908"/>
                  </a:lnTo>
                  <a:close/>
                </a:path>
              </a:pathLst>
            </a:custGeom>
            <a:solidFill>
              <a:srgbClr val="000000"/>
            </a:solidFill>
          </p:spPr>
        </p:sp>
        <p:sp>
          <p:nvSpPr>
            <p:cNvPr name="TextBox 17" id="17"/>
            <p:cNvSpPr txBox="true"/>
            <p:nvPr/>
          </p:nvSpPr>
          <p:spPr>
            <a:xfrm>
              <a:off x="0" y="-38100"/>
              <a:ext cx="812800" cy="125400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7552165" y="4629150"/>
            <a:ext cx="514350" cy="51435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7699123" y="1095375"/>
            <a:ext cx="5129241" cy="2098675"/>
          </a:xfrm>
          <a:prstGeom prst="rect">
            <a:avLst/>
          </a:prstGeom>
        </p:spPr>
        <p:txBody>
          <a:bodyPr anchor="t" rtlCol="false" tIns="0" lIns="0" bIns="0" rIns="0">
            <a:spAutoFit/>
          </a:bodyPr>
          <a:lstStyle/>
          <a:p>
            <a:pPr algn="l">
              <a:lnSpc>
                <a:spcPts val="7699"/>
              </a:lnSpc>
            </a:pPr>
            <a:r>
              <a:rPr lang="en-US" sz="6999" b="true">
                <a:solidFill>
                  <a:srgbClr val="000000"/>
                </a:solidFill>
                <a:latin typeface="Montserrat Bold"/>
                <a:ea typeface="Montserrat Bold"/>
                <a:cs typeface="Montserrat Bold"/>
                <a:sym typeface="Montserrat Bold"/>
              </a:rPr>
              <a:t>PROJECT </a:t>
            </a:r>
          </a:p>
          <a:p>
            <a:pPr algn="l">
              <a:lnSpc>
                <a:spcPts val="9799"/>
              </a:lnSpc>
            </a:pPr>
            <a:r>
              <a:rPr lang="en-US" sz="6999" b="true">
                <a:solidFill>
                  <a:srgbClr val="000000"/>
                </a:solidFill>
                <a:latin typeface="Montserrat Bold"/>
                <a:ea typeface="Montserrat Bold"/>
                <a:cs typeface="Montserrat Bold"/>
                <a:sym typeface="Montserrat Bold"/>
              </a:rPr>
              <a:t>GOALS</a:t>
            </a:r>
          </a:p>
        </p:txBody>
      </p:sp>
      <p:sp>
        <p:nvSpPr>
          <p:cNvPr name="TextBox 22" id="22"/>
          <p:cNvSpPr txBox="true"/>
          <p:nvPr/>
        </p:nvSpPr>
        <p:spPr>
          <a:xfrm rot="0">
            <a:off x="7699123" y="4204982"/>
            <a:ext cx="6942632" cy="21145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23" id="23"/>
          <p:cNvSpPr txBox="true"/>
          <p:nvPr/>
        </p:nvSpPr>
        <p:spPr>
          <a:xfrm rot="0">
            <a:off x="7699123" y="7233932"/>
            <a:ext cx="7138991" cy="21145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a:t>
            </a:r>
          </a:p>
        </p:txBody>
      </p:sp>
      <p:grpSp>
        <p:nvGrpSpPr>
          <p:cNvPr name="Group 24" id="24"/>
          <p:cNvGrpSpPr/>
          <p:nvPr/>
        </p:nvGrpSpPr>
        <p:grpSpPr>
          <a:xfrm rot="0">
            <a:off x="17552165" y="5419725"/>
            <a:ext cx="514350" cy="51435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2530876" y="1979576"/>
            <a:ext cx="4221758" cy="214014"/>
            <a:chOff x="0" y="0"/>
            <a:chExt cx="1111903" cy="56366"/>
          </a:xfrm>
        </p:grpSpPr>
        <p:sp>
          <p:nvSpPr>
            <p:cNvPr name="Freeform 28" id="28"/>
            <p:cNvSpPr/>
            <p:nvPr/>
          </p:nvSpPr>
          <p:spPr>
            <a:xfrm flipH="false" flipV="false" rot="0">
              <a:off x="0" y="0"/>
              <a:ext cx="1111903" cy="56366"/>
            </a:xfrm>
            <a:custGeom>
              <a:avLst/>
              <a:gdLst/>
              <a:ahLst/>
              <a:cxnLst/>
              <a:rect r="r" b="b" t="t" l="l"/>
              <a:pathLst>
                <a:path h="56366" w="1111903">
                  <a:moveTo>
                    <a:pt x="0" y="0"/>
                  </a:moveTo>
                  <a:lnTo>
                    <a:pt x="1111903" y="0"/>
                  </a:lnTo>
                  <a:lnTo>
                    <a:pt x="1111903" y="56366"/>
                  </a:lnTo>
                  <a:lnTo>
                    <a:pt x="0" y="56366"/>
                  </a:lnTo>
                  <a:close/>
                </a:path>
              </a:pathLst>
            </a:custGeom>
            <a:solidFill>
              <a:srgbClr val="FFCC00"/>
            </a:solidFill>
          </p:spPr>
        </p:sp>
        <p:sp>
          <p:nvSpPr>
            <p:cNvPr name="TextBox 29" id="29"/>
            <p:cNvSpPr txBox="true"/>
            <p:nvPr/>
          </p:nvSpPr>
          <p:spPr>
            <a:xfrm>
              <a:off x="0" y="-38100"/>
              <a:ext cx="1111903" cy="94466"/>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7699123" y="3538232"/>
            <a:ext cx="3195571" cy="501650"/>
          </a:xfrm>
          <a:prstGeom prst="rect">
            <a:avLst/>
          </a:prstGeom>
        </p:spPr>
        <p:txBody>
          <a:bodyPr anchor="t" rtlCol="false" tIns="0" lIns="0" bIns="0" rIns="0">
            <a:spAutoFit/>
          </a:bodyPr>
          <a:lstStyle/>
          <a:p>
            <a:pPr algn="l">
              <a:lnSpc>
                <a:spcPts val="3850"/>
              </a:lnSpc>
            </a:pPr>
            <a:r>
              <a:rPr lang="en-US" sz="3500" b="true">
                <a:solidFill>
                  <a:srgbClr val="000000"/>
                </a:solidFill>
                <a:latin typeface="Montserrat Bold"/>
                <a:ea typeface="Montserrat Bold"/>
                <a:cs typeface="Montserrat Bold"/>
                <a:sym typeface="Montserrat Bold"/>
              </a:rPr>
              <a:t>GOALS #1 :</a:t>
            </a:r>
          </a:p>
        </p:txBody>
      </p:sp>
      <p:sp>
        <p:nvSpPr>
          <p:cNvPr name="TextBox 31" id="31"/>
          <p:cNvSpPr txBox="true"/>
          <p:nvPr/>
        </p:nvSpPr>
        <p:spPr>
          <a:xfrm rot="0">
            <a:off x="7699123" y="6570357"/>
            <a:ext cx="3195571" cy="501650"/>
          </a:xfrm>
          <a:prstGeom prst="rect">
            <a:avLst/>
          </a:prstGeom>
        </p:spPr>
        <p:txBody>
          <a:bodyPr anchor="t" rtlCol="false" tIns="0" lIns="0" bIns="0" rIns="0">
            <a:spAutoFit/>
          </a:bodyPr>
          <a:lstStyle/>
          <a:p>
            <a:pPr algn="l">
              <a:lnSpc>
                <a:spcPts val="3850"/>
              </a:lnSpc>
            </a:pPr>
            <a:r>
              <a:rPr lang="en-US" sz="3500" b="true">
                <a:solidFill>
                  <a:srgbClr val="000000"/>
                </a:solidFill>
                <a:latin typeface="Montserrat Bold"/>
                <a:ea typeface="Montserrat Bold"/>
                <a:cs typeface="Montserrat Bold"/>
                <a:sym typeface="Montserrat Bold"/>
              </a:rPr>
              <a:t>GOALS #2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144000" y="0"/>
            <a:ext cx="9144000" cy="10288165"/>
            <a:chOff x="0" y="0"/>
            <a:chExt cx="2408296" cy="2709640"/>
          </a:xfrm>
        </p:grpSpPr>
        <p:sp>
          <p:nvSpPr>
            <p:cNvPr name="Freeform 3" id="3"/>
            <p:cNvSpPr/>
            <p:nvPr/>
          </p:nvSpPr>
          <p:spPr>
            <a:xfrm flipH="false" flipV="false" rot="0">
              <a:off x="0" y="0"/>
              <a:ext cx="2408296" cy="2709640"/>
            </a:xfrm>
            <a:custGeom>
              <a:avLst/>
              <a:gdLst/>
              <a:ahLst/>
              <a:cxnLst/>
              <a:rect r="r" b="b" t="t" l="l"/>
              <a:pathLst>
                <a:path h="2709640" w="2408296">
                  <a:moveTo>
                    <a:pt x="0" y="0"/>
                  </a:moveTo>
                  <a:lnTo>
                    <a:pt x="2408296" y="0"/>
                  </a:lnTo>
                  <a:lnTo>
                    <a:pt x="2408296" y="2709640"/>
                  </a:lnTo>
                  <a:lnTo>
                    <a:pt x="0" y="2709640"/>
                  </a:lnTo>
                  <a:close/>
                </a:path>
              </a:pathLst>
            </a:custGeom>
            <a:solidFill>
              <a:srgbClr val="000000"/>
            </a:solidFill>
          </p:spPr>
        </p:sp>
        <p:sp>
          <p:nvSpPr>
            <p:cNvPr name="TextBox 4" id="4"/>
            <p:cNvSpPr txBox="true"/>
            <p:nvPr/>
          </p:nvSpPr>
          <p:spPr>
            <a:xfrm>
              <a:off x="0" y="-38100"/>
              <a:ext cx="2408296" cy="274774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1165"/>
            <a:ext cx="9144000" cy="10288165"/>
            <a:chOff x="0" y="0"/>
            <a:chExt cx="2408296" cy="2709640"/>
          </a:xfrm>
        </p:grpSpPr>
        <p:sp>
          <p:nvSpPr>
            <p:cNvPr name="Freeform 6" id="6"/>
            <p:cNvSpPr/>
            <p:nvPr/>
          </p:nvSpPr>
          <p:spPr>
            <a:xfrm flipH="false" flipV="false" rot="0">
              <a:off x="0" y="0"/>
              <a:ext cx="2408296" cy="2709640"/>
            </a:xfrm>
            <a:custGeom>
              <a:avLst/>
              <a:gdLst/>
              <a:ahLst/>
              <a:cxnLst/>
              <a:rect r="r" b="b" t="t" l="l"/>
              <a:pathLst>
                <a:path h="2709640" w="2408296">
                  <a:moveTo>
                    <a:pt x="0" y="0"/>
                  </a:moveTo>
                  <a:lnTo>
                    <a:pt x="2408296" y="0"/>
                  </a:lnTo>
                  <a:lnTo>
                    <a:pt x="2408296" y="2709640"/>
                  </a:lnTo>
                  <a:lnTo>
                    <a:pt x="0" y="2709640"/>
                  </a:lnTo>
                  <a:close/>
                </a:path>
              </a:pathLst>
            </a:custGeom>
            <a:solidFill>
              <a:srgbClr val="FFCC00"/>
            </a:solidFill>
          </p:spPr>
        </p:sp>
        <p:sp>
          <p:nvSpPr>
            <p:cNvPr name="TextBox 7" id="7"/>
            <p:cNvSpPr txBox="true"/>
            <p:nvPr/>
          </p:nvSpPr>
          <p:spPr>
            <a:xfrm>
              <a:off x="0" y="-38100"/>
              <a:ext cx="2408296" cy="274774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043203" y="850777"/>
            <a:ext cx="867051" cy="355845"/>
            <a:chOff x="0" y="0"/>
            <a:chExt cx="228359" cy="93720"/>
          </a:xfrm>
        </p:grpSpPr>
        <p:sp>
          <p:nvSpPr>
            <p:cNvPr name="Freeform 9" id="9"/>
            <p:cNvSpPr/>
            <p:nvPr/>
          </p:nvSpPr>
          <p:spPr>
            <a:xfrm flipH="false" flipV="false" rot="0">
              <a:off x="0" y="0"/>
              <a:ext cx="228359" cy="93720"/>
            </a:xfrm>
            <a:custGeom>
              <a:avLst/>
              <a:gdLst/>
              <a:ahLst/>
              <a:cxnLst/>
              <a:rect r="r" b="b" t="t" l="l"/>
              <a:pathLst>
                <a:path h="93720" w="228359">
                  <a:moveTo>
                    <a:pt x="46860" y="0"/>
                  </a:moveTo>
                  <a:lnTo>
                    <a:pt x="181499" y="0"/>
                  </a:lnTo>
                  <a:cubicBezTo>
                    <a:pt x="193927" y="0"/>
                    <a:pt x="205846" y="4937"/>
                    <a:pt x="214634" y="13725"/>
                  </a:cubicBezTo>
                  <a:cubicBezTo>
                    <a:pt x="223422" y="22513"/>
                    <a:pt x="228359" y="34432"/>
                    <a:pt x="228359" y="46860"/>
                  </a:cubicBezTo>
                  <a:lnTo>
                    <a:pt x="228359" y="46860"/>
                  </a:lnTo>
                  <a:cubicBezTo>
                    <a:pt x="228359" y="59288"/>
                    <a:pt x="223422" y="71207"/>
                    <a:pt x="214634" y="79995"/>
                  </a:cubicBezTo>
                  <a:cubicBezTo>
                    <a:pt x="205846" y="88783"/>
                    <a:pt x="193927" y="93720"/>
                    <a:pt x="181499" y="93720"/>
                  </a:cubicBezTo>
                  <a:lnTo>
                    <a:pt x="46860" y="93720"/>
                  </a:lnTo>
                  <a:cubicBezTo>
                    <a:pt x="34432" y="93720"/>
                    <a:pt x="22513" y="88783"/>
                    <a:pt x="13725" y="79995"/>
                  </a:cubicBezTo>
                  <a:cubicBezTo>
                    <a:pt x="4937" y="71207"/>
                    <a:pt x="0" y="59288"/>
                    <a:pt x="0" y="46860"/>
                  </a:cubicBezTo>
                  <a:lnTo>
                    <a:pt x="0" y="46860"/>
                  </a:lnTo>
                  <a:cubicBezTo>
                    <a:pt x="0" y="34432"/>
                    <a:pt x="4937" y="22513"/>
                    <a:pt x="13725" y="13725"/>
                  </a:cubicBezTo>
                  <a:cubicBezTo>
                    <a:pt x="22513" y="4937"/>
                    <a:pt x="34432" y="0"/>
                    <a:pt x="46860" y="0"/>
                  </a:cubicBezTo>
                  <a:close/>
                </a:path>
              </a:pathLst>
            </a:custGeom>
            <a:solidFill>
              <a:srgbClr val="000000"/>
            </a:solidFill>
          </p:spPr>
        </p:sp>
        <p:sp>
          <p:nvSpPr>
            <p:cNvPr name="TextBox 10" id="10"/>
            <p:cNvSpPr txBox="true"/>
            <p:nvPr/>
          </p:nvSpPr>
          <p:spPr>
            <a:xfrm>
              <a:off x="0" y="-38100"/>
              <a:ext cx="228359" cy="13182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9828878" y="2983506"/>
            <a:ext cx="7391085" cy="1581150"/>
          </a:xfrm>
          <a:prstGeom prst="rect">
            <a:avLst/>
          </a:prstGeom>
        </p:spPr>
        <p:txBody>
          <a:bodyPr anchor="t" rtlCol="false" tIns="0" lIns="0" bIns="0" rIns="0">
            <a:spAutoFit/>
          </a:bodyPr>
          <a:lstStyle/>
          <a:p>
            <a:pPr algn="l">
              <a:lnSpc>
                <a:spcPts val="4200"/>
              </a:lnSpc>
            </a:pPr>
            <a:r>
              <a:rPr lang="en-US" sz="3000">
                <a:solidFill>
                  <a:srgbClr val="FFFFFF"/>
                </a:solidFill>
                <a:latin typeface="Open Sans 1"/>
                <a:ea typeface="Open Sans 1"/>
                <a:cs typeface="Open Sans 1"/>
                <a:sym typeface="Open Sans 1"/>
              </a:rPr>
              <a:t>Lorem ipsum dolor sit amet, consectetur adipiscing elit. Duis vel dolor ante. Nullam feugiat egestas elit et vehicula.</a:t>
            </a:r>
          </a:p>
        </p:txBody>
      </p:sp>
      <p:sp>
        <p:nvSpPr>
          <p:cNvPr name="TextBox 12" id="12"/>
          <p:cNvSpPr txBox="true"/>
          <p:nvPr/>
        </p:nvSpPr>
        <p:spPr>
          <a:xfrm rot="0">
            <a:off x="9809210" y="6838165"/>
            <a:ext cx="7430422" cy="1581150"/>
          </a:xfrm>
          <a:prstGeom prst="rect">
            <a:avLst/>
          </a:prstGeom>
        </p:spPr>
        <p:txBody>
          <a:bodyPr anchor="t" rtlCol="false" tIns="0" lIns="0" bIns="0" rIns="0">
            <a:spAutoFit/>
          </a:bodyPr>
          <a:lstStyle/>
          <a:p>
            <a:pPr algn="l">
              <a:lnSpc>
                <a:spcPts val="4200"/>
              </a:lnSpc>
            </a:pPr>
            <a:r>
              <a:rPr lang="en-US" sz="3000">
                <a:solidFill>
                  <a:srgbClr val="FFFFFF"/>
                </a:solidFill>
                <a:latin typeface="Open Sans 1"/>
                <a:ea typeface="Open Sans 1"/>
                <a:cs typeface="Open Sans 1"/>
                <a:sym typeface="Open Sans 1"/>
              </a:rPr>
              <a:t>Lorem ipsum dolor sit amet, consectetur adipiscing elit. Duis vel dolor ante. Nullam feugiat egestas elit et vehicula.</a:t>
            </a:r>
          </a:p>
        </p:txBody>
      </p:sp>
      <p:sp>
        <p:nvSpPr>
          <p:cNvPr name="TextBox 13" id="13"/>
          <p:cNvSpPr txBox="true"/>
          <p:nvPr/>
        </p:nvSpPr>
        <p:spPr>
          <a:xfrm rot="0">
            <a:off x="9526062" y="1737591"/>
            <a:ext cx="2862148" cy="695960"/>
          </a:xfrm>
          <a:prstGeom prst="rect">
            <a:avLst/>
          </a:prstGeom>
        </p:spPr>
        <p:txBody>
          <a:bodyPr anchor="t" rtlCol="false" tIns="0" lIns="0" bIns="0" rIns="0">
            <a:spAutoFit/>
          </a:bodyPr>
          <a:lstStyle/>
          <a:p>
            <a:pPr algn="ctr">
              <a:lnSpc>
                <a:spcPts val="5740"/>
              </a:lnSpc>
            </a:pPr>
            <a:r>
              <a:rPr lang="en-US" b="true" sz="4100">
                <a:solidFill>
                  <a:srgbClr val="FFFFFF"/>
                </a:solidFill>
                <a:latin typeface="Montserrat Bold"/>
                <a:ea typeface="Montserrat Bold"/>
                <a:cs typeface="Montserrat Bold"/>
                <a:sym typeface="Montserrat Bold"/>
              </a:rPr>
              <a:t>CASE 0.1</a:t>
            </a:r>
          </a:p>
        </p:txBody>
      </p:sp>
      <p:sp>
        <p:nvSpPr>
          <p:cNvPr name="TextBox 14" id="14"/>
          <p:cNvSpPr txBox="true"/>
          <p:nvPr/>
        </p:nvSpPr>
        <p:spPr>
          <a:xfrm rot="0">
            <a:off x="9526062" y="5584993"/>
            <a:ext cx="2862148" cy="695960"/>
          </a:xfrm>
          <a:prstGeom prst="rect">
            <a:avLst/>
          </a:prstGeom>
        </p:spPr>
        <p:txBody>
          <a:bodyPr anchor="t" rtlCol="false" tIns="0" lIns="0" bIns="0" rIns="0">
            <a:spAutoFit/>
          </a:bodyPr>
          <a:lstStyle/>
          <a:p>
            <a:pPr algn="ctr">
              <a:lnSpc>
                <a:spcPts val="5740"/>
              </a:lnSpc>
            </a:pPr>
            <a:r>
              <a:rPr lang="en-US" b="true" sz="4100">
                <a:solidFill>
                  <a:srgbClr val="FFFFFF"/>
                </a:solidFill>
                <a:latin typeface="Montserrat Bold"/>
                <a:ea typeface="Montserrat Bold"/>
                <a:cs typeface="Montserrat Bold"/>
                <a:sym typeface="Montserrat Bold"/>
              </a:rPr>
              <a:t>CASE 0.1</a:t>
            </a:r>
          </a:p>
        </p:txBody>
      </p:sp>
      <p:sp>
        <p:nvSpPr>
          <p:cNvPr name="TextBox 15" id="15"/>
          <p:cNvSpPr txBox="true"/>
          <p:nvPr/>
        </p:nvSpPr>
        <p:spPr>
          <a:xfrm rot="0">
            <a:off x="1028700" y="1707653"/>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sp>
        <p:nvSpPr>
          <p:cNvPr name="TextBox 16" id="16"/>
          <p:cNvSpPr txBox="true"/>
          <p:nvPr/>
        </p:nvSpPr>
        <p:spPr>
          <a:xfrm rot="0">
            <a:off x="1028700" y="2772867"/>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sp>
        <p:nvSpPr>
          <p:cNvPr name="TextBox 17" id="17"/>
          <p:cNvSpPr txBox="true"/>
          <p:nvPr/>
        </p:nvSpPr>
        <p:spPr>
          <a:xfrm rot="0">
            <a:off x="1028700" y="3787734"/>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sp>
        <p:nvSpPr>
          <p:cNvPr name="TextBox 18" id="18"/>
          <p:cNvSpPr txBox="true"/>
          <p:nvPr/>
        </p:nvSpPr>
        <p:spPr>
          <a:xfrm rot="0">
            <a:off x="1028700" y="4830267"/>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sp>
        <p:nvSpPr>
          <p:cNvPr name="TextBox 19" id="19"/>
          <p:cNvSpPr txBox="true"/>
          <p:nvPr/>
        </p:nvSpPr>
        <p:spPr>
          <a:xfrm rot="0">
            <a:off x="1028700" y="5997966"/>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sp>
        <p:nvSpPr>
          <p:cNvPr name="TextBox 20" id="20"/>
          <p:cNvSpPr txBox="true"/>
          <p:nvPr/>
        </p:nvSpPr>
        <p:spPr>
          <a:xfrm rot="0">
            <a:off x="1028700" y="7026666"/>
            <a:ext cx="7448029" cy="1401446"/>
          </a:xfrm>
          <a:prstGeom prst="rect">
            <a:avLst/>
          </a:prstGeom>
        </p:spPr>
        <p:txBody>
          <a:bodyPr anchor="t" rtlCol="false" tIns="0" lIns="0" bIns="0" rIns="0">
            <a:spAutoFit/>
          </a:bodyPr>
          <a:lstStyle/>
          <a:p>
            <a:pPr algn="ctr">
              <a:lnSpc>
                <a:spcPts val="11479"/>
              </a:lnSpc>
            </a:pPr>
            <a:r>
              <a:rPr lang="en-US" b="true" sz="8199">
                <a:solidFill>
                  <a:srgbClr val="FFFFFF"/>
                </a:solidFill>
                <a:latin typeface="Montserrat Bold"/>
                <a:ea typeface="Montserrat Bold"/>
                <a:cs typeface="Montserrat Bold"/>
                <a:sym typeface="Montserrat Bold"/>
              </a:rPr>
              <a:t>DISCUSSION</a:t>
            </a:r>
          </a:p>
        </p:txBody>
      </p:sp>
      <p:grpSp>
        <p:nvGrpSpPr>
          <p:cNvPr name="Group 21" id="21"/>
          <p:cNvGrpSpPr/>
          <p:nvPr/>
        </p:nvGrpSpPr>
        <p:grpSpPr>
          <a:xfrm rot="0">
            <a:off x="9395352" y="850777"/>
            <a:ext cx="867051" cy="355845"/>
            <a:chOff x="0" y="0"/>
            <a:chExt cx="228359" cy="93720"/>
          </a:xfrm>
        </p:grpSpPr>
        <p:sp>
          <p:nvSpPr>
            <p:cNvPr name="Freeform 22" id="22"/>
            <p:cNvSpPr/>
            <p:nvPr/>
          </p:nvSpPr>
          <p:spPr>
            <a:xfrm flipH="false" flipV="false" rot="0">
              <a:off x="0" y="0"/>
              <a:ext cx="228359" cy="93720"/>
            </a:xfrm>
            <a:custGeom>
              <a:avLst/>
              <a:gdLst/>
              <a:ahLst/>
              <a:cxnLst/>
              <a:rect r="r" b="b" t="t" l="l"/>
              <a:pathLst>
                <a:path h="93720" w="228359">
                  <a:moveTo>
                    <a:pt x="46860" y="0"/>
                  </a:moveTo>
                  <a:lnTo>
                    <a:pt x="181499" y="0"/>
                  </a:lnTo>
                  <a:cubicBezTo>
                    <a:pt x="193927" y="0"/>
                    <a:pt x="205846" y="4937"/>
                    <a:pt x="214634" y="13725"/>
                  </a:cubicBezTo>
                  <a:cubicBezTo>
                    <a:pt x="223422" y="22513"/>
                    <a:pt x="228359" y="34432"/>
                    <a:pt x="228359" y="46860"/>
                  </a:cubicBezTo>
                  <a:lnTo>
                    <a:pt x="228359" y="46860"/>
                  </a:lnTo>
                  <a:cubicBezTo>
                    <a:pt x="228359" y="59288"/>
                    <a:pt x="223422" y="71207"/>
                    <a:pt x="214634" y="79995"/>
                  </a:cubicBezTo>
                  <a:cubicBezTo>
                    <a:pt x="205846" y="88783"/>
                    <a:pt x="193927" y="93720"/>
                    <a:pt x="181499" y="93720"/>
                  </a:cubicBezTo>
                  <a:lnTo>
                    <a:pt x="46860" y="93720"/>
                  </a:lnTo>
                  <a:cubicBezTo>
                    <a:pt x="34432" y="93720"/>
                    <a:pt x="22513" y="88783"/>
                    <a:pt x="13725" y="79995"/>
                  </a:cubicBezTo>
                  <a:cubicBezTo>
                    <a:pt x="4937" y="71207"/>
                    <a:pt x="0" y="59288"/>
                    <a:pt x="0" y="46860"/>
                  </a:cubicBezTo>
                  <a:lnTo>
                    <a:pt x="0" y="46860"/>
                  </a:lnTo>
                  <a:cubicBezTo>
                    <a:pt x="0" y="34432"/>
                    <a:pt x="4937" y="22513"/>
                    <a:pt x="13725" y="13725"/>
                  </a:cubicBezTo>
                  <a:cubicBezTo>
                    <a:pt x="22513" y="4937"/>
                    <a:pt x="34432" y="0"/>
                    <a:pt x="46860" y="0"/>
                  </a:cubicBezTo>
                  <a:close/>
                </a:path>
              </a:pathLst>
            </a:custGeom>
            <a:solidFill>
              <a:srgbClr val="FFCC00"/>
            </a:solidFill>
          </p:spPr>
        </p:sp>
        <p:sp>
          <p:nvSpPr>
            <p:cNvPr name="TextBox 23" id="23"/>
            <p:cNvSpPr txBox="true"/>
            <p:nvPr/>
          </p:nvSpPr>
          <p:spPr>
            <a:xfrm>
              <a:off x="0" y="-38100"/>
              <a:ext cx="228359" cy="13182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26062" y="9080377"/>
            <a:ext cx="867051" cy="355845"/>
            <a:chOff x="0" y="0"/>
            <a:chExt cx="228359" cy="93720"/>
          </a:xfrm>
        </p:grpSpPr>
        <p:sp>
          <p:nvSpPr>
            <p:cNvPr name="Freeform 25" id="25"/>
            <p:cNvSpPr/>
            <p:nvPr/>
          </p:nvSpPr>
          <p:spPr>
            <a:xfrm flipH="false" flipV="false" rot="0">
              <a:off x="0" y="0"/>
              <a:ext cx="228359" cy="93720"/>
            </a:xfrm>
            <a:custGeom>
              <a:avLst/>
              <a:gdLst/>
              <a:ahLst/>
              <a:cxnLst/>
              <a:rect r="r" b="b" t="t" l="l"/>
              <a:pathLst>
                <a:path h="93720" w="228359">
                  <a:moveTo>
                    <a:pt x="46860" y="0"/>
                  </a:moveTo>
                  <a:lnTo>
                    <a:pt x="181499" y="0"/>
                  </a:lnTo>
                  <a:cubicBezTo>
                    <a:pt x="193927" y="0"/>
                    <a:pt x="205846" y="4937"/>
                    <a:pt x="214634" y="13725"/>
                  </a:cubicBezTo>
                  <a:cubicBezTo>
                    <a:pt x="223422" y="22513"/>
                    <a:pt x="228359" y="34432"/>
                    <a:pt x="228359" y="46860"/>
                  </a:cubicBezTo>
                  <a:lnTo>
                    <a:pt x="228359" y="46860"/>
                  </a:lnTo>
                  <a:cubicBezTo>
                    <a:pt x="228359" y="59288"/>
                    <a:pt x="223422" y="71207"/>
                    <a:pt x="214634" y="79995"/>
                  </a:cubicBezTo>
                  <a:cubicBezTo>
                    <a:pt x="205846" y="88783"/>
                    <a:pt x="193927" y="93720"/>
                    <a:pt x="181499" y="93720"/>
                  </a:cubicBezTo>
                  <a:lnTo>
                    <a:pt x="46860" y="93720"/>
                  </a:lnTo>
                  <a:cubicBezTo>
                    <a:pt x="34432" y="93720"/>
                    <a:pt x="22513" y="88783"/>
                    <a:pt x="13725" y="79995"/>
                  </a:cubicBezTo>
                  <a:cubicBezTo>
                    <a:pt x="4937" y="71207"/>
                    <a:pt x="0" y="59288"/>
                    <a:pt x="0" y="46860"/>
                  </a:cubicBezTo>
                  <a:lnTo>
                    <a:pt x="0" y="46860"/>
                  </a:lnTo>
                  <a:cubicBezTo>
                    <a:pt x="0" y="34432"/>
                    <a:pt x="4937" y="22513"/>
                    <a:pt x="13725" y="13725"/>
                  </a:cubicBezTo>
                  <a:cubicBezTo>
                    <a:pt x="22513" y="4937"/>
                    <a:pt x="34432" y="0"/>
                    <a:pt x="46860" y="0"/>
                  </a:cubicBezTo>
                  <a:close/>
                </a:path>
              </a:pathLst>
            </a:custGeom>
            <a:solidFill>
              <a:srgbClr val="FFCC00"/>
            </a:solidFill>
          </p:spPr>
        </p:sp>
        <p:sp>
          <p:nvSpPr>
            <p:cNvPr name="TextBox 26" id="26"/>
            <p:cNvSpPr txBox="true"/>
            <p:nvPr/>
          </p:nvSpPr>
          <p:spPr>
            <a:xfrm>
              <a:off x="0" y="-38100"/>
              <a:ext cx="228359" cy="13182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043203" y="9080377"/>
            <a:ext cx="867051" cy="355845"/>
            <a:chOff x="0" y="0"/>
            <a:chExt cx="228359" cy="93720"/>
          </a:xfrm>
        </p:grpSpPr>
        <p:sp>
          <p:nvSpPr>
            <p:cNvPr name="Freeform 28" id="28"/>
            <p:cNvSpPr/>
            <p:nvPr/>
          </p:nvSpPr>
          <p:spPr>
            <a:xfrm flipH="false" flipV="false" rot="0">
              <a:off x="0" y="0"/>
              <a:ext cx="228359" cy="93720"/>
            </a:xfrm>
            <a:custGeom>
              <a:avLst/>
              <a:gdLst/>
              <a:ahLst/>
              <a:cxnLst/>
              <a:rect r="r" b="b" t="t" l="l"/>
              <a:pathLst>
                <a:path h="93720" w="228359">
                  <a:moveTo>
                    <a:pt x="46860" y="0"/>
                  </a:moveTo>
                  <a:lnTo>
                    <a:pt x="181499" y="0"/>
                  </a:lnTo>
                  <a:cubicBezTo>
                    <a:pt x="193927" y="0"/>
                    <a:pt x="205846" y="4937"/>
                    <a:pt x="214634" y="13725"/>
                  </a:cubicBezTo>
                  <a:cubicBezTo>
                    <a:pt x="223422" y="22513"/>
                    <a:pt x="228359" y="34432"/>
                    <a:pt x="228359" y="46860"/>
                  </a:cubicBezTo>
                  <a:lnTo>
                    <a:pt x="228359" y="46860"/>
                  </a:lnTo>
                  <a:cubicBezTo>
                    <a:pt x="228359" y="59288"/>
                    <a:pt x="223422" y="71207"/>
                    <a:pt x="214634" y="79995"/>
                  </a:cubicBezTo>
                  <a:cubicBezTo>
                    <a:pt x="205846" y="88783"/>
                    <a:pt x="193927" y="93720"/>
                    <a:pt x="181499" y="93720"/>
                  </a:cubicBezTo>
                  <a:lnTo>
                    <a:pt x="46860" y="93720"/>
                  </a:lnTo>
                  <a:cubicBezTo>
                    <a:pt x="34432" y="93720"/>
                    <a:pt x="22513" y="88783"/>
                    <a:pt x="13725" y="79995"/>
                  </a:cubicBezTo>
                  <a:cubicBezTo>
                    <a:pt x="4937" y="71207"/>
                    <a:pt x="0" y="59288"/>
                    <a:pt x="0" y="46860"/>
                  </a:cubicBezTo>
                  <a:lnTo>
                    <a:pt x="0" y="46860"/>
                  </a:lnTo>
                  <a:cubicBezTo>
                    <a:pt x="0" y="34432"/>
                    <a:pt x="4937" y="22513"/>
                    <a:pt x="13725" y="13725"/>
                  </a:cubicBezTo>
                  <a:cubicBezTo>
                    <a:pt x="22513" y="4937"/>
                    <a:pt x="34432" y="0"/>
                    <a:pt x="46860" y="0"/>
                  </a:cubicBezTo>
                  <a:close/>
                </a:path>
              </a:pathLst>
            </a:custGeom>
            <a:solidFill>
              <a:srgbClr val="000000"/>
            </a:solidFill>
          </p:spPr>
        </p:sp>
        <p:sp>
          <p:nvSpPr>
            <p:cNvPr name="TextBox 29" id="29"/>
            <p:cNvSpPr txBox="true"/>
            <p:nvPr/>
          </p:nvSpPr>
          <p:spPr>
            <a:xfrm>
              <a:off x="0" y="-38100"/>
              <a:ext cx="228359" cy="131820"/>
            </a:xfrm>
            <a:prstGeom prst="rect">
              <a:avLst/>
            </a:prstGeom>
          </p:spPr>
          <p:txBody>
            <a:bodyPr anchor="ctr" rtlCol="false" tIns="50800" lIns="50800" bIns="50800" rIns="50800"/>
            <a:lstStyle/>
            <a:p>
              <a:pPr algn="ctr">
                <a:lnSpc>
                  <a:spcPts val="2659"/>
                </a:lnSpc>
              </a:pPr>
            </a:p>
          </p:txBody>
        </p:sp>
      </p:grpSp>
      <p:sp>
        <p:nvSpPr>
          <p:cNvPr name="AutoShape 30" id="30"/>
          <p:cNvSpPr/>
          <p:nvPr/>
        </p:nvSpPr>
        <p:spPr>
          <a:xfrm flipV="true">
            <a:off x="0" y="1028700"/>
            <a:ext cx="7682936" cy="19050"/>
          </a:xfrm>
          <a:prstGeom prst="line">
            <a:avLst/>
          </a:prstGeom>
          <a:ln cap="flat" w="190500">
            <a:solidFill>
              <a:srgbClr val="000000"/>
            </a:solidFill>
            <a:prstDash val="solid"/>
            <a:headEnd type="none" len="sm" w="sm"/>
            <a:tailEnd type="none" len="sm" w="sm"/>
          </a:ln>
        </p:spPr>
      </p:sp>
      <p:sp>
        <p:nvSpPr>
          <p:cNvPr name="AutoShape 31" id="31"/>
          <p:cNvSpPr/>
          <p:nvPr/>
        </p:nvSpPr>
        <p:spPr>
          <a:xfrm>
            <a:off x="0" y="9258300"/>
            <a:ext cx="7682936" cy="0"/>
          </a:xfrm>
          <a:prstGeom prst="line">
            <a:avLst/>
          </a:prstGeom>
          <a:ln cap="flat" w="190500">
            <a:solidFill>
              <a:srgbClr val="000000"/>
            </a:solidFill>
            <a:prstDash val="solid"/>
            <a:headEnd type="none" len="sm" w="sm"/>
            <a:tailEnd type="none" len="sm" w="sm"/>
          </a:ln>
        </p:spPr>
      </p:sp>
      <p:sp>
        <p:nvSpPr>
          <p:cNvPr name="AutoShape 32" id="32"/>
          <p:cNvSpPr/>
          <p:nvPr/>
        </p:nvSpPr>
        <p:spPr>
          <a:xfrm>
            <a:off x="10605064" y="1028700"/>
            <a:ext cx="7682936" cy="0"/>
          </a:xfrm>
          <a:prstGeom prst="line">
            <a:avLst/>
          </a:prstGeom>
          <a:ln cap="flat" w="190500">
            <a:solidFill>
              <a:srgbClr val="FFCC00"/>
            </a:solidFill>
            <a:prstDash val="solid"/>
            <a:headEnd type="none" len="sm" w="sm"/>
            <a:tailEnd type="none" len="sm" w="sm"/>
          </a:ln>
        </p:spPr>
      </p:sp>
      <p:sp>
        <p:nvSpPr>
          <p:cNvPr name="AutoShape 33" id="33"/>
          <p:cNvSpPr/>
          <p:nvPr/>
        </p:nvSpPr>
        <p:spPr>
          <a:xfrm>
            <a:off x="10755064" y="9258300"/>
            <a:ext cx="7682936" cy="0"/>
          </a:xfrm>
          <a:prstGeom prst="line">
            <a:avLst/>
          </a:prstGeom>
          <a:ln cap="flat" w="190500">
            <a:solidFill>
              <a:srgbClr val="FFCC00"/>
            </a:solidFill>
            <a:prstDash val="solid"/>
            <a:headEnd type="none" len="sm" w="sm"/>
            <a:tailEnd type="none" len="sm" w="sm"/>
          </a:ln>
        </p:spPr>
      </p:sp>
      <p:sp>
        <p:nvSpPr>
          <p:cNvPr name="AutoShape 34" id="34"/>
          <p:cNvSpPr/>
          <p:nvPr/>
        </p:nvSpPr>
        <p:spPr>
          <a:xfrm>
            <a:off x="9828878" y="2528801"/>
            <a:ext cx="2269149" cy="0"/>
          </a:xfrm>
          <a:prstGeom prst="line">
            <a:avLst/>
          </a:prstGeom>
          <a:ln cap="flat" w="114300">
            <a:solidFill>
              <a:srgbClr val="FFCC00"/>
            </a:solidFill>
            <a:prstDash val="solid"/>
            <a:headEnd type="none" len="sm" w="sm"/>
            <a:tailEnd type="none" len="sm" w="sm"/>
          </a:ln>
        </p:spPr>
      </p:sp>
      <p:sp>
        <p:nvSpPr>
          <p:cNvPr name="AutoShape 35" id="35"/>
          <p:cNvSpPr/>
          <p:nvPr/>
        </p:nvSpPr>
        <p:spPr>
          <a:xfrm>
            <a:off x="9828878" y="6380965"/>
            <a:ext cx="2269149" cy="0"/>
          </a:xfrm>
          <a:prstGeom prst="line">
            <a:avLst/>
          </a:prstGeom>
          <a:ln cap="flat" w="114300">
            <a:solidFill>
              <a:srgbClr val="FFCC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70783" y="1427986"/>
            <a:ext cx="7431029" cy="7431029"/>
          </a:xfrm>
          <a:prstGeom prst="rect">
            <a:avLst/>
          </a:prstGeom>
        </p:spPr>
      </p:pic>
      <p:grpSp>
        <p:nvGrpSpPr>
          <p:cNvPr name="Group 3" id="3"/>
          <p:cNvGrpSpPr/>
          <p:nvPr/>
        </p:nvGrpSpPr>
        <p:grpSpPr>
          <a:xfrm rot="0">
            <a:off x="9292692" y="0"/>
            <a:ext cx="8995308" cy="10287000"/>
            <a:chOff x="0" y="0"/>
            <a:chExt cx="2369135" cy="2709333"/>
          </a:xfrm>
        </p:grpSpPr>
        <p:sp>
          <p:nvSpPr>
            <p:cNvPr name="Freeform 4" id="4"/>
            <p:cNvSpPr/>
            <p:nvPr/>
          </p:nvSpPr>
          <p:spPr>
            <a:xfrm flipH="false" flipV="false" rot="0">
              <a:off x="0" y="0"/>
              <a:ext cx="2369135" cy="2709333"/>
            </a:xfrm>
            <a:custGeom>
              <a:avLst/>
              <a:gdLst/>
              <a:ahLst/>
              <a:cxnLst/>
              <a:rect r="r" b="b" t="t" l="l"/>
              <a:pathLst>
                <a:path h="2709333" w="2369135">
                  <a:moveTo>
                    <a:pt x="0" y="0"/>
                  </a:moveTo>
                  <a:lnTo>
                    <a:pt x="2369135" y="0"/>
                  </a:lnTo>
                  <a:lnTo>
                    <a:pt x="2369135" y="2709333"/>
                  </a:lnTo>
                  <a:lnTo>
                    <a:pt x="0" y="2709333"/>
                  </a:lnTo>
                  <a:close/>
                </a:path>
              </a:pathLst>
            </a:custGeom>
            <a:solidFill>
              <a:srgbClr val="FFCC00"/>
            </a:solidFill>
          </p:spPr>
        </p:sp>
        <p:sp>
          <p:nvSpPr>
            <p:cNvPr name="TextBox 5" id="5"/>
            <p:cNvSpPr txBox="true"/>
            <p:nvPr/>
          </p:nvSpPr>
          <p:spPr>
            <a:xfrm>
              <a:off x="0" y="-38100"/>
              <a:ext cx="2369135" cy="274743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4173200" y="9648825"/>
            <a:ext cx="3086100" cy="134510"/>
            <a:chOff x="0" y="0"/>
            <a:chExt cx="812800" cy="35427"/>
          </a:xfrm>
        </p:grpSpPr>
        <p:sp>
          <p:nvSpPr>
            <p:cNvPr name="Freeform 7" id="7"/>
            <p:cNvSpPr/>
            <p:nvPr/>
          </p:nvSpPr>
          <p:spPr>
            <a:xfrm flipH="false" flipV="false" rot="0">
              <a:off x="0" y="0"/>
              <a:ext cx="812800" cy="35427"/>
            </a:xfrm>
            <a:custGeom>
              <a:avLst/>
              <a:gdLst/>
              <a:ahLst/>
              <a:cxnLst/>
              <a:rect r="r" b="b" t="t" l="l"/>
              <a:pathLst>
                <a:path h="35427" w="812800">
                  <a:moveTo>
                    <a:pt x="0" y="0"/>
                  </a:moveTo>
                  <a:lnTo>
                    <a:pt x="812800" y="0"/>
                  </a:lnTo>
                  <a:lnTo>
                    <a:pt x="812800" y="35427"/>
                  </a:lnTo>
                  <a:lnTo>
                    <a:pt x="0" y="35427"/>
                  </a:lnTo>
                  <a:close/>
                </a:path>
              </a:pathLst>
            </a:custGeom>
            <a:solidFill>
              <a:srgbClr val="FFFFFF"/>
            </a:solidFill>
          </p:spPr>
        </p:sp>
        <p:sp>
          <p:nvSpPr>
            <p:cNvPr name="TextBox 8" id="8"/>
            <p:cNvSpPr txBox="true"/>
            <p:nvPr/>
          </p:nvSpPr>
          <p:spPr>
            <a:xfrm>
              <a:off x="0" y="-38100"/>
              <a:ext cx="812800" cy="7352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99876" y="894190"/>
            <a:ext cx="3086100" cy="134510"/>
            <a:chOff x="0" y="0"/>
            <a:chExt cx="812800" cy="35427"/>
          </a:xfrm>
        </p:grpSpPr>
        <p:sp>
          <p:nvSpPr>
            <p:cNvPr name="Freeform 10" id="10"/>
            <p:cNvSpPr/>
            <p:nvPr/>
          </p:nvSpPr>
          <p:spPr>
            <a:xfrm flipH="false" flipV="false" rot="0">
              <a:off x="0" y="0"/>
              <a:ext cx="812800" cy="35427"/>
            </a:xfrm>
            <a:custGeom>
              <a:avLst/>
              <a:gdLst/>
              <a:ahLst/>
              <a:cxnLst/>
              <a:rect r="r" b="b" t="t" l="l"/>
              <a:pathLst>
                <a:path h="35427" w="812800">
                  <a:moveTo>
                    <a:pt x="0" y="0"/>
                  </a:moveTo>
                  <a:lnTo>
                    <a:pt x="812800" y="0"/>
                  </a:lnTo>
                  <a:lnTo>
                    <a:pt x="812800" y="35427"/>
                  </a:lnTo>
                  <a:lnTo>
                    <a:pt x="0" y="35427"/>
                  </a:lnTo>
                  <a:close/>
                </a:path>
              </a:pathLst>
            </a:custGeom>
            <a:solidFill>
              <a:srgbClr val="FFCC00"/>
            </a:solidFill>
          </p:spPr>
        </p:sp>
        <p:sp>
          <p:nvSpPr>
            <p:cNvPr name="TextBox 11" id="11"/>
            <p:cNvSpPr txBox="true"/>
            <p:nvPr/>
          </p:nvSpPr>
          <p:spPr>
            <a:xfrm>
              <a:off x="0" y="-38100"/>
              <a:ext cx="812800" cy="7352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266551" y="5143500"/>
            <a:ext cx="1026141" cy="86614"/>
            <a:chOff x="0" y="0"/>
            <a:chExt cx="270259" cy="22812"/>
          </a:xfrm>
        </p:grpSpPr>
        <p:sp>
          <p:nvSpPr>
            <p:cNvPr name="Freeform 13" id="13"/>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CC00"/>
            </a:solidFill>
          </p:spPr>
        </p:sp>
        <p:sp>
          <p:nvSpPr>
            <p:cNvPr name="TextBox 14" id="14"/>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5333225" y="9392810"/>
            <a:ext cx="1026141" cy="86614"/>
            <a:chOff x="0" y="0"/>
            <a:chExt cx="270259" cy="22812"/>
          </a:xfrm>
        </p:grpSpPr>
        <p:sp>
          <p:nvSpPr>
            <p:cNvPr name="Freeform 16" id="16"/>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CC00"/>
            </a:solidFill>
          </p:spPr>
        </p:sp>
        <p:sp>
          <p:nvSpPr>
            <p:cNvPr name="TextBox 17" id="17"/>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292692" y="5143500"/>
            <a:ext cx="1026141" cy="86614"/>
            <a:chOff x="0" y="0"/>
            <a:chExt cx="270259" cy="22812"/>
          </a:xfrm>
        </p:grpSpPr>
        <p:sp>
          <p:nvSpPr>
            <p:cNvPr name="Freeform 19" id="19"/>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FFFF"/>
            </a:solidFill>
          </p:spPr>
        </p:sp>
        <p:sp>
          <p:nvSpPr>
            <p:cNvPr name="TextBox 20" id="20"/>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0683180" y="876300"/>
            <a:ext cx="6214332" cy="1395104"/>
          </a:xfrm>
          <a:prstGeom prst="rect">
            <a:avLst/>
          </a:prstGeom>
        </p:spPr>
        <p:txBody>
          <a:bodyPr anchor="t" rtlCol="false" tIns="0" lIns="0" bIns="0" rIns="0">
            <a:spAutoFit/>
          </a:bodyPr>
          <a:lstStyle/>
          <a:p>
            <a:pPr algn="ctr">
              <a:lnSpc>
                <a:spcPts val="11469"/>
              </a:lnSpc>
            </a:pPr>
            <a:r>
              <a:rPr lang="en-US" b="true" sz="8192">
                <a:solidFill>
                  <a:srgbClr val="FFFFFF"/>
                </a:solidFill>
                <a:latin typeface="Montserrat Bold"/>
                <a:ea typeface="Montserrat Bold"/>
                <a:cs typeface="Montserrat Bold"/>
                <a:sym typeface="Montserrat Bold"/>
              </a:rPr>
              <a:t>SUBJECT 1</a:t>
            </a:r>
          </a:p>
        </p:txBody>
      </p:sp>
      <p:sp>
        <p:nvSpPr>
          <p:cNvPr name="TextBox 22" id="22"/>
          <p:cNvSpPr txBox="true"/>
          <p:nvPr/>
        </p:nvSpPr>
        <p:spPr>
          <a:xfrm rot="0">
            <a:off x="10977577" y="3626171"/>
            <a:ext cx="6519211" cy="26479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a:t>
            </a:r>
          </a:p>
        </p:txBody>
      </p:sp>
      <p:sp>
        <p:nvSpPr>
          <p:cNvPr name="TextBox 23" id="23"/>
          <p:cNvSpPr txBox="true"/>
          <p:nvPr/>
        </p:nvSpPr>
        <p:spPr>
          <a:xfrm rot="0">
            <a:off x="10683180" y="1894838"/>
            <a:ext cx="6214332" cy="1395104"/>
          </a:xfrm>
          <a:prstGeom prst="rect">
            <a:avLst/>
          </a:prstGeom>
        </p:spPr>
        <p:txBody>
          <a:bodyPr anchor="t" rtlCol="false" tIns="0" lIns="0" bIns="0" rIns="0">
            <a:spAutoFit/>
          </a:bodyPr>
          <a:lstStyle/>
          <a:p>
            <a:pPr algn="ctr">
              <a:lnSpc>
                <a:spcPts val="11469"/>
              </a:lnSpc>
            </a:pPr>
            <a:r>
              <a:rPr lang="en-US" b="true" sz="8192">
                <a:solidFill>
                  <a:srgbClr val="FFFFFF"/>
                </a:solidFill>
                <a:latin typeface="Montserrat Bold"/>
                <a:ea typeface="Montserrat Bold"/>
                <a:cs typeface="Montserrat Bold"/>
                <a:sym typeface="Montserrat Bold"/>
              </a:rPr>
              <a:t>SUBJECT 1</a:t>
            </a:r>
          </a:p>
        </p:txBody>
      </p:sp>
      <p:sp>
        <p:nvSpPr>
          <p:cNvPr name="TextBox 24" id="24"/>
          <p:cNvSpPr txBox="true"/>
          <p:nvPr/>
        </p:nvSpPr>
        <p:spPr>
          <a:xfrm rot="0">
            <a:off x="10977577" y="6610350"/>
            <a:ext cx="6519211" cy="26479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a:t>
            </a:r>
          </a:p>
        </p:txBody>
      </p:sp>
      <p:grpSp>
        <p:nvGrpSpPr>
          <p:cNvPr name="Group 25" id="25"/>
          <p:cNvGrpSpPr/>
          <p:nvPr/>
        </p:nvGrpSpPr>
        <p:grpSpPr>
          <a:xfrm rot="0">
            <a:off x="1199876" y="9592279"/>
            <a:ext cx="1027921" cy="247603"/>
            <a:chOff x="0" y="0"/>
            <a:chExt cx="1370562" cy="330137"/>
          </a:xfrm>
        </p:grpSpPr>
        <p:grpSp>
          <p:nvGrpSpPr>
            <p:cNvPr name="Group 26" id="26"/>
            <p:cNvGrpSpPr/>
            <p:nvPr/>
          </p:nvGrpSpPr>
          <p:grpSpPr>
            <a:xfrm rot="0">
              <a:off x="0" y="0"/>
              <a:ext cx="330137" cy="33013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520212" y="0"/>
              <a:ext cx="330137" cy="33013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1040425" y="0"/>
              <a:ext cx="330137" cy="33013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35" id="35"/>
          <p:cNvGrpSpPr/>
          <p:nvPr/>
        </p:nvGrpSpPr>
        <p:grpSpPr>
          <a:xfrm rot="0">
            <a:off x="16231379" y="770388"/>
            <a:ext cx="1027921" cy="247603"/>
            <a:chOff x="0" y="0"/>
            <a:chExt cx="1370562" cy="330137"/>
          </a:xfrm>
        </p:grpSpPr>
        <p:grpSp>
          <p:nvGrpSpPr>
            <p:cNvPr name="Group 36" id="36"/>
            <p:cNvGrpSpPr/>
            <p:nvPr/>
          </p:nvGrpSpPr>
          <p:grpSpPr>
            <a:xfrm rot="0">
              <a:off x="0" y="0"/>
              <a:ext cx="330137" cy="330137"/>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520212" y="0"/>
              <a:ext cx="330137" cy="330137"/>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040425" y="0"/>
              <a:ext cx="330137" cy="330137"/>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2692" y="0"/>
            <a:ext cx="8995308" cy="10287000"/>
            <a:chOff x="0" y="0"/>
            <a:chExt cx="2369135" cy="2709333"/>
          </a:xfrm>
        </p:grpSpPr>
        <p:sp>
          <p:nvSpPr>
            <p:cNvPr name="Freeform 3" id="3"/>
            <p:cNvSpPr/>
            <p:nvPr/>
          </p:nvSpPr>
          <p:spPr>
            <a:xfrm flipH="false" flipV="false" rot="0">
              <a:off x="0" y="0"/>
              <a:ext cx="2369135" cy="2709333"/>
            </a:xfrm>
            <a:custGeom>
              <a:avLst/>
              <a:gdLst/>
              <a:ahLst/>
              <a:cxnLst/>
              <a:rect r="r" b="b" t="t" l="l"/>
              <a:pathLst>
                <a:path h="2709333" w="2369135">
                  <a:moveTo>
                    <a:pt x="0" y="0"/>
                  </a:moveTo>
                  <a:lnTo>
                    <a:pt x="2369135" y="0"/>
                  </a:lnTo>
                  <a:lnTo>
                    <a:pt x="2369135" y="2709333"/>
                  </a:lnTo>
                  <a:lnTo>
                    <a:pt x="0" y="2709333"/>
                  </a:lnTo>
                  <a:close/>
                </a:path>
              </a:pathLst>
            </a:custGeom>
            <a:solidFill>
              <a:srgbClr val="FFCC00"/>
            </a:solidFill>
          </p:spPr>
        </p:sp>
        <p:sp>
          <p:nvSpPr>
            <p:cNvPr name="TextBox 4" id="4"/>
            <p:cNvSpPr txBox="true"/>
            <p:nvPr/>
          </p:nvSpPr>
          <p:spPr>
            <a:xfrm>
              <a:off x="0" y="-38100"/>
              <a:ext cx="2369135"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173200" y="9648825"/>
            <a:ext cx="3086100" cy="134510"/>
            <a:chOff x="0" y="0"/>
            <a:chExt cx="812800" cy="35427"/>
          </a:xfrm>
        </p:grpSpPr>
        <p:sp>
          <p:nvSpPr>
            <p:cNvPr name="Freeform 6" id="6"/>
            <p:cNvSpPr/>
            <p:nvPr/>
          </p:nvSpPr>
          <p:spPr>
            <a:xfrm flipH="false" flipV="false" rot="0">
              <a:off x="0" y="0"/>
              <a:ext cx="812800" cy="35427"/>
            </a:xfrm>
            <a:custGeom>
              <a:avLst/>
              <a:gdLst/>
              <a:ahLst/>
              <a:cxnLst/>
              <a:rect r="r" b="b" t="t" l="l"/>
              <a:pathLst>
                <a:path h="35427" w="812800">
                  <a:moveTo>
                    <a:pt x="0" y="0"/>
                  </a:moveTo>
                  <a:lnTo>
                    <a:pt x="812800" y="0"/>
                  </a:lnTo>
                  <a:lnTo>
                    <a:pt x="812800" y="35427"/>
                  </a:lnTo>
                  <a:lnTo>
                    <a:pt x="0" y="35427"/>
                  </a:lnTo>
                  <a:close/>
                </a:path>
              </a:pathLst>
            </a:custGeom>
            <a:solidFill>
              <a:srgbClr val="FFFFFF"/>
            </a:solidFill>
          </p:spPr>
        </p:sp>
        <p:sp>
          <p:nvSpPr>
            <p:cNvPr name="TextBox 7" id="7"/>
            <p:cNvSpPr txBox="true"/>
            <p:nvPr/>
          </p:nvSpPr>
          <p:spPr>
            <a:xfrm>
              <a:off x="0" y="-38100"/>
              <a:ext cx="812800" cy="7352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99876" y="894190"/>
            <a:ext cx="3086100" cy="134510"/>
            <a:chOff x="0" y="0"/>
            <a:chExt cx="812800" cy="35427"/>
          </a:xfrm>
        </p:grpSpPr>
        <p:sp>
          <p:nvSpPr>
            <p:cNvPr name="Freeform 9" id="9"/>
            <p:cNvSpPr/>
            <p:nvPr/>
          </p:nvSpPr>
          <p:spPr>
            <a:xfrm flipH="false" flipV="false" rot="0">
              <a:off x="0" y="0"/>
              <a:ext cx="812800" cy="35427"/>
            </a:xfrm>
            <a:custGeom>
              <a:avLst/>
              <a:gdLst/>
              <a:ahLst/>
              <a:cxnLst/>
              <a:rect r="r" b="b" t="t" l="l"/>
              <a:pathLst>
                <a:path h="35427" w="812800">
                  <a:moveTo>
                    <a:pt x="0" y="0"/>
                  </a:moveTo>
                  <a:lnTo>
                    <a:pt x="812800" y="0"/>
                  </a:lnTo>
                  <a:lnTo>
                    <a:pt x="812800" y="35427"/>
                  </a:lnTo>
                  <a:lnTo>
                    <a:pt x="0" y="35427"/>
                  </a:lnTo>
                  <a:close/>
                </a:path>
              </a:pathLst>
            </a:custGeom>
            <a:solidFill>
              <a:srgbClr val="FFCC00"/>
            </a:solidFill>
          </p:spPr>
        </p:sp>
        <p:sp>
          <p:nvSpPr>
            <p:cNvPr name="TextBox 10" id="10"/>
            <p:cNvSpPr txBox="true"/>
            <p:nvPr/>
          </p:nvSpPr>
          <p:spPr>
            <a:xfrm>
              <a:off x="0" y="-38100"/>
              <a:ext cx="812800" cy="7352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266551" y="5143500"/>
            <a:ext cx="1026141" cy="86614"/>
            <a:chOff x="0" y="0"/>
            <a:chExt cx="270259" cy="22812"/>
          </a:xfrm>
        </p:grpSpPr>
        <p:sp>
          <p:nvSpPr>
            <p:cNvPr name="Freeform 12" id="12"/>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CC00"/>
            </a:solidFill>
          </p:spPr>
        </p:sp>
        <p:sp>
          <p:nvSpPr>
            <p:cNvPr name="TextBox 13" id="13"/>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5333225" y="9392810"/>
            <a:ext cx="1026141" cy="86614"/>
            <a:chOff x="0" y="0"/>
            <a:chExt cx="270259" cy="22812"/>
          </a:xfrm>
        </p:grpSpPr>
        <p:sp>
          <p:nvSpPr>
            <p:cNvPr name="Freeform 15" id="15"/>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CC00"/>
            </a:solidFill>
          </p:spPr>
        </p:sp>
        <p:sp>
          <p:nvSpPr>
            <p:cNvPr name="TextBox 16" id="16"/>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292692" y="5143500"/>
            <a:ext cx="1026141" cy="86614"/>
            <a:chOff x="0" y="0"/>
            <a:chExt cx="270259" cy="22812"/>
          </a:xfrm>
        </p:grpSpPr>
        <p:sp>
          <p:nvSpPr>
            <p:cNvPr name="Freeform 18" id="18"/>
            <p:cNvSpPr/>
            <p:nvPr/>
          </p:nvSpPr>
          <p:spPr>
            <a:xfrm flipH="false" flipV="false" rot="0">
              <a:off x="0" y="0"/>
              <a:ext cx="270259" cy="22812"/>
            </a:xfrm>
            <a:custGeom>
              <a:avLst/>
              <a:gdLst/>
              <a:ahLst/>
              <a:cxnLst/>
              <a:rect r="r" b="b" t="t" l="l"/>
              <a:pathLst>
                <a:path h="22812" w="270259">
                  <a:moveTo>
                    <a:pt x="0" y="0"/>
                  </a:moveTo>
                  <a:lnTo>
                    <a:pt x="270259" y="0"/>
                  </a:lnTo>
                  <a:lnTo>
                    <a:pt x="270259" y="22812"/>
                  </a:lnTo>
                  <a:lnTo>
                    <a:pt x="0" y="22812"/>
                  </a:lnTo>
                  <a:close/>
                </a:path>
              </a:pathLst>
            </a:custGeom>
            <a:solidFill>
              <a:srgbClr val="FFFFFF"/>
            </a:solidFill>
          </p:spPr>
        </p:sp>
        <p:sp>
          <p:nvSpPr>
            <p:cNvPr name="TextBox 19" id="19"/>
            <p:cNvSpPr txBox="true"/>
            <p:nvPr/>
          </p:nvSpPr>
          <p:spPr>
            <a:xfrm>
              <a:off x="0" y="-38100"/>
              <a:ext cx="270259" cy="6091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683180" y="876300"/>
            <a:ext cx="6214332" cy="1395104"/>
          </a:xfrm>
          <a:prstGeom prst="rect">
            <a:avLst/>
          </a:prstGeom>
        </p:spPr>
        <p:txBody>
          <a:bodyPr anchor="t" rtlCol="false" tIns="0" lIns="0" bIns="0" rIns="0">
            <a:spAutoFit/>
          </a:bodyPr>
          <a:lstStyle/>
          <a:p>
            <a:pPr algn="ctr">
              <a:lnSpc>
                <a:spcPts val="11469"/>
              </a:lnSpc>
            </a:pPr>
            <a:r>
              <a:rPr lang="en-US" b="true" sz="8192">
                <a:solidFill>
                  <a:srgbClr val="FFFFFF"/>
                </a:solidFill>
                <a:latin typeface="Montserrat Bold"/>
                <a:ea typeface="Montserrat Bold"/>
                <a:cs typeface="Montserrat Bold"/>
                <a:sym typeface="Montserrat Bold"/>
              </a:rPr>
              <a:t>SUBJECT 2</a:t>
            </a:r>
          </a:p>
        </p:txBody>
      </p:sp>
      <p:sp>
        <p:nvSpPr>
          <p:cNvPr name="TextBox 21" id="21"/>
          <p:cNvSpPr txBox="true"/>
          <p:nvPr/>
        </p:nvSpPr>
        <p:spPr>
          <a:xfrm rot="0">
            <a:off x="10977577" y="3626171"/>
            <a:ext cx="6519211" cy="26479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a:t>
            </a:r>
          </a:p>
        </p:txBody>
      </p:sp>
      <p:sp>
        <p:nvSpPr>
          <p:cNvPr name="TextBox 22" id="22"/>
          <p:cNvSpPr txBox="true"/>
          <p:nvPr/>
        </p:nvSpPr>
        <p:spPr>
          <a:xfrm rot="0">
            <a:off x="10683180" y="1894838"/>
            <a:ext cx="6214332" cy="1395104"/>
          </a:xfrm>
          <a:prstGeom prst="rect">
            <a:avLst/>
          </a:prstGeom>
        </p:spPr>
        <p:txBody>
          <a:bodyPr anchor="t" rtlCol="false" tIns="0" lIns="0" bIns="0" rIns="0">
            <a:spAutoFit/>
          </a:bodyPr>
          <a:lstStyle/>
          <a:p>
            <a:pPr algn="ctr">
              <a:lnSpc>
                <a:spcPts val="11469"/>
              </a:lnSpc>
            </a:pPr>
            <a:r>
              <a:rPr lang="en-US" b="true" sz="8192">
                <a:solidFill>
                  <a:srgbClr val="FFFFFF"/>
                </a:solidFill>
                <a:latin typeface="Montserrat Bold"/>
                <a:ea typeface="Montserrat Bold"/>
                <a:cs typeface="Montserrat Bold"/>
                <a:sym typeface="Montserrat Bold"/>
              </a:rPr>
              <a:t>SUBJECT 2</a:t>
            </a:r>
          </a:p>
        </p:txBody>
      </p:sp>
      <p:sp>
        <p:nvSpPr>
          <p:cNvPr name="TextBox 23" id="23"/>
          <p:cNvSpPr txBox="true"/>
          <p:nvPr/>
        </p:nvSpPr>
        <p:spPr>
          <a:xfrm rot="0">
            <a:off x="10977577" y="6610350"/>
            <a:ext cx="6519211" cy="26479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a:t>
            </a:r>
          </a:p>
        </p:txBody>
      </p:sp>
      <p:grpSp>
        <p:nvGrpSpPr>
          <p:cNvPr name="Group 24" id="24"/>
          <p:cNvGrpSpPr/>
          <p:nvPr/>
        </p:nvGrpSpPr>
        <p:grpSpPr>
          <a:xfrm rot="0">
            <a:off x="1199876" y="9592279"/>
            <a:ext cx="1027921" cy="247603"/>
            <a:chOff x="0" y="0"/>
            <a:chExt cx="1370562" cy="330137"/>
          </a:xfrm>
        </p:grpSpPr>
        <p:grpSp>
          <p:nvGrpSpPr>
            <p:cNvPr name="Group 25" id="25"/>
            <p:cNvGrpSpPr/>
            <p:nvPr/>
          </p:nvGrpSpPr>
          <p:grpSpPr>
            <a:xfrm rot="0">
              <a:off x="0" y="0"/>
              <a:ext cx="330137" cy="33013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520212" y="0"/>
              <a:ext cx="330137" cy="33013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040425" y="0"/>
              <a:ext cx="330137" cy="33013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34" id="34"/>
          <p:cNvGrpSpPr/>
          <p:nvPr/>
        </p:nvGrpSpPr>
        <p:grpSpPr>
          <a:xfrm rot="0">
            <a:off x="16231379" y="770388"/>
            <a:ext cx="1027921" cy="247603"/>
            <a:chOff x="0" y="0"/>
            <a:chExt cx="1370562" cy="330137"/>
          </a:xfrm>
        </p:grpSpPr>
        <p:grpSp>
          <p:nvGrpSpPr>
            <p:cNvPr name="Group 35" id="35"/>
            <p:cNvGrpSpPr/>
            <p:nvPr/>
          </p:nvGrpSpPr>
          <p:grpSpPr>
            <a:xfrm rot="0">
              <a:off x="0" y="0"/>
              <a:ext cx="330137" cy="33013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520212" y="0"/>
              <a:ext cx="330137" cy="330137"/>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1040425" y="0"/>
              <a:ext cx="330137" cy="330137"/>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pic>
        <p:nvPicPr>
          <p:cNvPr name="Picture 44" id="44"/>
          <p:cNvPicPr>
            <a:picLocks noChangeAspect="true"/>
          </p:cNvPicPr>
          <p:nvPr/>
        </p:nvPicPr>
        <p:blipFill>
          <a:blip r:embed="rId2"/>
          <a:stretch>
            <a:fillRect/>
          </a:stretch>
        </p:blipFill>
        <p:spPr>
          <a:xfrm rot="0">
            <a:off x="387401" y="1164334"/>
            <a:ext cx="8007115" cy="795833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7623282" cy="5143500"/>
            <a:chOff x="0" y="0"/>
            <a:chExt cx="2007778" cy="1354667"/>
          </a:xfrm>
        </p:grpSpPr>
        <p:sp>
          <p:nvSpPr>
            <p:cNvPr name="Freeform 3" id="3"/>
            <p:cNvSpPr/>
            <p:nvPr/>
          </p:nvSpPr>
          <p:spPr>
            <a:xfrm flipH="false" flipV="false" rot="0">
              <a:off x="0" y="0"/>
              <a:ext cx="2007778" cy="1354667"/>
            </a:xfrm>
            <a:custGeom>
              <a:avLst/>
              <a:gdLst/>
              <a:ahLst/>
              <a:cxnLst/>
              <a:rect r="r" b="b" t="t" l="l"/>
              <a:pathLst>
                <a:path h="1354667" w="2007778">
                  <a:moveTo>
                    <a:pt x="0" y="0"/>
                  </a:moveTo>
                  <a:lnTo>
                    <a:pt x="2007778" y="0"/>
                  </a:lnTo>
                  <a:lnTo>
                    <a:pt x="2007778" y="1354667"/>
                  </a:lnTo>
                  <a:lnTo>
                    <a:pt x="0" y="1354667"/>
                  </a:lnTo>
                  <a:close/>
                </a:path>
              </a:pathLst>
            </a:custGeom>
            <a:solidFill>
              <a:srgbClr val="FFCC00"/>
            </a:solidFill>
          </p:spPr>
        </p:sp>
        <p:sp>
          <p:nvSpPr>
            <p:cNvPr name="TextBox 4" id="4"/>
            <p:cNvSpPr txBox="true"/>
            <p:nvPr/>
          </p:nvSpPr>
          <p:spPr>
            <a:xfrm>
              <a:off x="0" y="-38100"/>
              <a:ext cx="2007778" cy="13927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7623282" cy="5143500"/>
            <a:chOff x="0" y="0"/>
            <a:chExt cx="2007778" cy="1354667"/>
          </a:xfrm>
        </p:grpSpPr>
        <p:sp>
          <p:nvSpPr>
            <p:cNvPr name="Freeform 6" id="6"/>
            <p:cNvSpPr/>
            <p:nvPr/>
          </p:nvSpPr>
          <p:spPr>
            <a:xfrm flipH="false" flipV="false" rot="0">
              <a:off x="0" y="0"/>
              <a:ext cx="2007778" cy="1354667"/>
            </a:xfrm>
            <a:custGeom>
              <a:avLst/>
              <a:gdLst/>
              <a:ahLst/>
              <a:cxnLst/>
              <a:rect r="r" b="b" t="t" l="l"/>
              <a:pathLst>
                <a:path h="1354667" w="2007778">
                  <a:moveTo>
                    <a:pt x="0" y="0"/>
                  </a:moveTo>
                  <a:lnTo>
                    <a:pt x="2007778" y="0"/>
                  </a:lnTo>
                  <a:lnTo>
                    <a:pt x="2007778" y="1354667"/>
                  </a:lnTo>
                  <a:lnTo>
                    <a:pt x="0" y="1354667"/>
                  </a:lnTo>
                  <a:close/>
                </a:path>
              </a:pathLst>
            </a:custGeom>
            <a:solidFill>
              <a:srgbClr val="000000"/>
            </a:solidFill>
          </p:spPr>
        </p:sp>
        <p:sp>
          <p:nvSpPr>
            <p:cNvPr name="TextBox 7" id="7"/>
            <p:cNvSpPr txBox="true"/>
            <p:nvPr/>
          </p:nvSpPr>
          <p:spPr>
            <a:xfrm>
              <a:off x="0" y="-38100"/>
              <a:ext cx="2007778" cy="139276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25625" y="5205717"/>
            <a:ext cx="7656727" cy="5081283"/>
          </a:xfrm>
          <a:custGeom>
            <a:avLst/>
            <a:gdLst/>
            <a:ahLst/>
            <a:cxnLst/>
            <a:rect r="r" b="b" t="t" l="l"/>
            <a:pathLst>
              <a:path h="5081283" w="7656727">
                <a:moveTo>
                  <a:pt x="0" y="0"/>
                </a:moveTo>
                <a:lnTo>
                  <a:pt x="7656728" y="0"/>
                </a:lnTo>
                <a:lnTo>
                  <a:pt x="7656728" y="5081283"/>
                </a:lnTo>
                <a:lnTo>
                  <a:pt x="0" y="5081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901591" y="1028700"/>
            <a:ext cx="1027921" cy="247603"/>
            <a:chOff x="0" y="0"/>
            <a:chExt cx="1370562" cy="330137"/>
          </a:xfrm>
        </p:grpSpPr>
        <p:grpSp>
          <p:nvGrpSpPr>
            <p:cNvPr name="Group 10" id="10"/>
            <p:cNvGrpSpPr/>
            <p:nvPr/>
          </p:nvGrpSpPr>
          <p:grpSpPr>
            <a:xfrm rot="0">
              <a:off x="0" y="0"/>
              <a:ext cx="330137" cy="33013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520212" y="0"/>
              <a:ext cx="330137" cy="3301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40425" y="0"/>
              <a:ext cx="330137" cy="33013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19" id="19"/>
          <p:cNvGrpSpPr/>
          <p:nvPr/>
        </p:nvGrpSpPr>
        <p:grpSpPr>
          <a:xfrm rot="0">
            <a:off x="0" y="525269"/>
            <a:ext cx="6831103" cy="76460"/>
            <a:chOff x="0" y="0"/>
            <a:chExt cx="1799138" cy="20138"/>
          </a:xfrm>
        </p:grpSpPr>
        <p:sp>
          <p:nvSpPr>
            <p:cNvPr name="Freeform 20" id="20"/>
            <p:cNvSpPr/>
            <p:nvPr/>
          </p:nvSpPr>
          <p:spPr>
            <a:xfrm flipH="false" flipV="false" rot="0">
              <a:off x="0" y="0"/>
              <a:ext cx="1799138" cy="20138"/>
            </a:xfrm>
            <a:custGeom>
              <a:avLst/>
              <a:gdLst/>
              <a:ahLst/>
              <a:cxnLst/>
              <a:rect r="r" b="b" t="t" l="l"/>
              <a:pathLst>
                <a:path h="20138" w="1799138">
                  <a:moveTo>
                    <a:pt x="0" y="0"/>
                  </a:moveTo>
                  <a:lnTo>
                    <a:pt x="1799138" y="0"/>
                  </a:lnTo>
                  <a:lnTo>
                    <a:pt x="1799138" y="20138"/>
                  </a:lnTo>
                  <a:lnTo>
                    <a:pt x="0" y="20138"/>
                  </a:lnTo>
                  <a:close/>
                </a:path>
              </a:pathLst>
            </a:custGeom>
            <a:solidFill>
              <a:srgbClr val="FFCC00"/>
            </a:solidFill>
          </p:spPr>
        </p:sp>
        <p:sp>
          <p:nvSpPr>
            <p:cNvPr name="TextBox 21" id="21"/>
            <p:cNvSpPr txBox="true"/>
            <p:nvPr/>
          </p:nvSpPr>
          <p:spPr>
            <a:xfrm>
              <a:off x="0" y="-38100"/>
              <a:ext cx="1799138" cy="58238"/>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673225" y="5358117"/>
            <a:ext cx="7656727" cy="5081283"/>
          </a:xfrm>
          <a:custGeom>
            <a:avLst/>
            <a:gdLst/>
            <a:ahLst/>
            <a:cxnLst/>
            <a:rect r="r" b="b" t="t" l="l"/>
            <a:pathLst>
              <a:path h="5081283" w="7656727">
                <a:moveTo>
                  <a:pt x="0" y="0"/>
                </a:moveTo>
                <a:lnTo>
                  <a:pt x="7656728" y="0"/>
                </a:lnTo>
                <a:lnTo>
                  <a:pt x="7656728" y="5081283"/>
                </a:lnTo>
                <a:lnTo>
                  <a:pt x="0" y="50812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964200" y="1573302"/>
            <a:ext cx="5379751" cy="3570198"/>
          </a:xfrm>
          <a:custGeom>
            <a:avLst/>
            <a:gdLst/>
            <a:ahLst/>
            <a:cxnLst/>
            <a:rect r="r" b="b" t="t" l="l"/>
            <a:pathLst>
              <a:path h="3570198" w="5379751">
                <a:moveTo>
                  <a:pt x="0" y="0"/>
                </a:moveTo>
                <a:lnTo>
                  <a:pt x="5379751" y="0"/>
                </a:lnTo>
                <a:lnTo>
                  <a:pt x="5379751" y="3570198"/>
                </a:lnTo>
                <a:lnTo>
                  <a:pt x="0" y="3570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811800" y="1725702"/>
            <a:ext cx="5379751" cy="3570198"/>
          </a:xfrm>
          <a:custGeom>
            <a:avLst/>
            <a:gdLst/>
            <a:ahLst/>
            <a:cxnLst/>
            <a:rect r="r" b="b" t="t" l="l"/>
            <a:pathLst>
              <a:path h="3570198" w="5379751">
                <a:moveTo>
                  <a:pt x="0" y="0"/>
                </a:moveTo>
                <a:lnTo>
                  <a:pt x="5379751" y="0"/>
                </a:lnTo>
                <a:lnTo>
                  <a:pt x="5379751" y="3570198"/>
                </a:lnTo>
                <a:lnTo>
                  <a:pt x="0" y="3570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9144000" y="525269"/>
            <a:ext cx="6831103" cy="76460"/>
            <a:chOff x="0" y="0"/>
            <a:chExt cx="1799138" cy="20138"/>
          </a:xfrm>
        </p:grpSpPr>
        <p:sp>
          <p:nvSpPr>
            <p:cNvPr name="Freeform 26" id="26"/>
            <p:cNvSpPr/>
            <p:nvPr/>
          </p:nvSpPr>
          <p:spPr>
            <a:xfrm flipH="false" flipV="false" rot="0">
              <a:off x="0" y="0"/>
              <a:ext cx="1799138" cy="20138"/>
            </a:xfrm>
            <a:custGeom>
              <a:avLst/>
              <a:gdLst/>
              <a:ahLst/>
              <a:cxnLst/>
              <a:rect r="r" b="b" t="t" l="l"/>
              <a:pathLst>
                <a:path h="20138" w="1799138">
                  <a:moveTo>
                    <a:pt x="0" y="0"/>
                  </a:moveTo>
                  <a:lnTo>
                    <a:pt x="1799138" y="0"/>
                  </a:lnTo>
                  <a:lnTo>
                    <a:pt x="1799138" y="20138"/>
                  </a:lnTo>
                  <a:lnTo>
                    <a:pt x="0" y="20138"/>
                  </a:lnTo>
                  <a:close/>
                </a:path>
              </a:pathLst>
            </a:custGeom>
            <a:solidFill>
              <a:srgbClr val="FFCC00"/>
            </a:solidFill>
          </p:spPr>
        </p:sp>
        <p:sp>
          <p:nvSpPr>
            <p:cNvPr name="TextBox 27" id="27"/>
            <p:cNvSpPr txBox="true"/>
            <p:nvPr/>
          </p:nvSpPr>
          <p:spPr>
            <a:xfrm>
              <a:off x="0" y="-38100"/>
              <a:ext cx="1799138" cy="58238"/>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8288000" y="525269"/>
            <a:ext cx="6831103" cy="76460"/>
            <a:chOff x="0" y="0"/>
            <a:chExt cx="1799138" cy="20138"/>
          </a:xfrm>
        </p:grpSpPr>
        <p:sp>
          <p:nvSpPr>
            <p:cNvPr name="Freeform 29" id="29"/>
            <p:cNvSpPr/>
            <p:nvPr/>
          </p:nvSpPr>
          <p:spPr>
            <a:xfrm flipH="false" flipV="false" rot="0">
              <a:off x="0" y="0"/>
              <a:ext cx="1799138" cy="20138"/>
            </a:xfrm>
            <a:custGeom>
              <a:avLst/>
              <a:gdLst/>
              <a:ahLst/>
              <a:cxnLst/>
              <a:rect r="r" b="b" t="t" l="l"/>
              <a:pathLst>
                <a:path h="20138" w="1799138">
                  <a:moveTo>
                    <a:pt x="0" y="0"/>
                  </a:moveTo>
                  <a:lnTo>
                    <a:pt x="1799138" y="0"/>
                  </a:lnTo>
                  <a:lnTo>
                    <a:pt x="1799138" y="20138"/>
                  </a:lnTo>
                  <a:lnTo>
                    <a:pt x="0" y="20138"/>
                  </a:lnTo>
                  <a:close/>
                </a:path>
              </a:pathLst>
            </a:custGeom>
            <a:solidFill>
              <a:srgbClr val="000000"/>
            </a:solidFill>
          </p:spPr>
        </p:sp>
        <p:sp>
          <p:nvSpPr>
            <p:cNvPr name="TextBox 30" id="30"/>
            <p:cNvSpPr txBox="true"/>
            <p:nvPr/>
          </p:nvSpPr>
          <p:spPr>
            <a:xfrm>
              <a:off x="0" y="-38100"/>
              <a:ext cx="1799138" cy="58238"/>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9144000" y="9561381"/>
            <a:ext cx="6831103" cy="76460"/>
            <a:chOff x="0" y="0"/>
            <a:chExt cx="1799138" cy="20138"/>
          </a:xfrm>
        </p:grpSpPr>
        <p:sp>
          <p:nvSpPr>
            <p:cNvPr name="Freeform 32" id="32"/>
            <p:cNvSpPr/>
            <p:nvPr/>
          </p:nvSpPr>
          <p:spPr>
            <a:xfrm flipH="false" flipV="false" rot="0">
              <a:off x="0" y="0"/>
              <a:ext cx="1799138" cy="20138"/>
            </a:xfrm>
            <a:custGeom>
              <a:avLst/>
              <a:gdLst/>
              <a:ahLst/>
              <a:cxnLst/>
              <a:rect r="r" b="b" t="t" l="l"/>
              <a:pathLst>
                <a:path h="20138" w="1799138">
                  <a:moveTo>
                    <a:pt x="0" y="0"/>
                  </a:moveTo>
                  <a:lnTo>
                    <a:pt x="1799138" y="0"/>
                  </a:lnTo>
                  <a:lnTo>
                    <a:pt x="1799138" y="20138"/>
                  </a:lnTo>
                  <a:lnTo>
                    <a:pt x="0" y="20138"/>
                  </a:lnTo>
                  <a:close/>
                </a:path>
              </a:pathLst>
            </a:custGeom>
            <a:solidFill>
              <a:srgbClr val="000000"/>
            </a:solidFill>
          </p:spPr>
        </p:sp>
        <p:sp>
          <p:nvSpPr>
            <p:cNvPr name="TextBox 33" id="33"/>
            <p:cNvSpPr txBox="true"/>
            <p:nvPr/>
          </p:nvSpPr>
          <p:spPr>
            <a:xfrm>
              <a:off x="0" y="-38100"/>
              <a:ext cx="1799138" cy="58238"/>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7958875" y="0"/>
            <a:ext cx="329125" cy="5174609"/>
            <a:chOff x="0" y="0"/>
            <a:chExt cx="86683" cy="1362860"/>
          </a:xfrm>
        </p:grpSpPr>
        <p:sp>
          <p:nvSpPr>
            <p:cNvPr name="Freeform 35" id="35"/>
            <p:cNvSpPr/>
            <p:nvPr/>
          </p:nvSpPr>
          <p:spPr>
            <a:xfrm flipH="false" flipV="false" rot="0">
              <a:off x="0" y="0"/>
              <a:ext cx="86683" cy="1362860"/>
            </a:xfrm>
            <a:custGeom>
              <a:avLst/>
              <a:gdLst/>
              <a:ahLst/>
              <a:cxnLst/>
              <a:rect r="r" b="b" t="t" l="l"/>
              <a:pathLst>
                <a:path h="1362860" w="86683">
                  <a:moveTo>
                    <a:pt x="0" y="0"/>
                  </a:moveTo>
                  <a:lnTo>
                    <a:pt x="86683" y="0"/>
                  </a:lnTo>
                  <a:lnTo>
                    <a:pt x="86683" y="1362860"/>
                  </a:lnTo>
                  <a:lnTo>
                    <a:pt x="0" y="1362860"/>
                  </a:lnTo>
                  <a:close/>
                </a:path>
              </a:pathLst>
            </a:custGeom>
            <a:solidFill>
              <a:srgbClr val="000000"/>
            </a:solidFill>
          </p:spPr>
        </p:sp>
        <p:sp>
          <p:nvSpPr>
            <p:cNvPr name="TextBox 36" id="36"/>
            <p:cNvSpPr txBox="true"/>
            <p:nvPr/>
          </p:nvSpPr>
          <p:spPr>
            <a:xfrm>
              <a:off x="0" y="-38100"/>
              <a:ext cx="86683" cy="140096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9144000" y="6896100"/>
            <a:ext cx="7837704" cy="15811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38" id="38"/>
          <p:cNvSpPr txBox="true"/>
          <p:nvPr/>
        </p:nvSpPr>
        <p:spPr>
          <a:xfrm rot="0">
            <a:off x="9144000" y="2765518"/>
            <a:ext cx="7837704" cy="37147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 Proin venenatis, orci nec cursus tristique, nulla risus mattis eros, id accumsan massa elit eu augue. Mauris massa ipsum, pharetra id nibh eget, sodales facilisis enim.</a:t>
            </a:r>
          </a:p>
        </p:txBody>
      </p:sp>
      <p:sp>
        <p:nvSpPr>
          <p:cNvPr name="TextBox 39" id="39"/>
          <p:cNvSpPr txBox="true"/>
          <p:nvPr/>
        </p:nvSpPr>
        <p:spPr>
          <a:xfrm rot="0">
            <a:off x="9332452" y="948241"/>
            <a:ext cx="6454198" cy="1401446"/>
          </a:xfrm>
          <a:prstGeom prst="rect">
            <a:avLst/>
          </a:prstGeom>
        </p:spPr>
        <p:txBody>
          <a:bodyPr anchor="t" rtlCol="false" tIns="0" lIns="0" bIns="0" rIns="0">
            <a:spAutoFit/>
          </a:bodyPr>
          <a:lstStyle/>
          <a:p>
            <a:pPr algn="ctr">
              <a:lnSpc>
                <a:spcPts val="11479"/>
              </a:lnSpc>
            </a:pPr>
            <a:r>
              <a:rPr lang="en-US" b="true" sz="8199">
                <a:solidFill>
                  <a:srgbClr val="000000"/>
                </a:solidFill>
                <a:latin typeface="Montserrat Bold"/>
                <a:ea typeface="Montserrat Bold"/>
                <a:cs typeface="Montserrat Bold"/>
                <a:sym typeface="Montserrat Bold"/>
              </a:rPr>
              <a:t>ANALYSIS</a:t>
            </a:r>
          </a:p>
        </p:txBody>
      </p:sp>
      <p:grpSp>
        <p:nvGrpSpPr>
          <p:cNvPr name="Group 40" id="40"/>
          <p:cNvGrpSpPr/>
          <p:nvPr/>
        </p:nvGrpSpPr>
        <p:grpSpPr>
          <a:xfrm rot="0">
            <a:off x="17953455" y="5174609"/>
            <a:ext cx="334545" cy="5143500"/>
            <a:chOff x="0" y="0"/>
            <a:chExt cx="88111" cy="1354667"/>
          </a:xfrm>
        </p:grpSpPr>
        <p:sp>
          <p:nvSpPr>
            <p:cNvPr name="Freeform 41" id="41"/>
            <p:cNvSpPr/>
            <p:nvPr/>
          </p:nvSpPr>
          <p:spPr>
            <a:xfrm flipH="false" flipV="false" rot="0">
              <a:off x="0" y="0"/>
              <a:ext cx="88111" cy="1354667"/>
            </a:xfrm>
            <a:custGeom>
              <a:avLst/>
              <a:gdLst/>
              <a:ahLst/>
              <a:cxnLst/>
              <a:rect r="r" b="b" t="t" l="l"/>
              <a:pathLst>
                <a:path h="1354667" w="88111">
                  <a:moveTo>
                    <a:pt x="0" y="0"/>
                  </a:moveTo>
                  <a:lnTo>
                    <a:pt x="88111" y="0"/>
                  </a:lnTo>
                  <a:lnTo>
                    <a:pt x="88111" y="1354667"/>
                  </a:lnTo>
                  <a:lnTo>
                    <a:pt x="0" y="1354667"/>
                  </a:lnTo>
                  <a:close/>
                </a:path>
              </a:pathLst>
            </a:custGeom>
            <a:solidFill>
              <a:srgbClr val="FFCC00"/>
            </a:solidFill>
          </p:spPr>
        </p:sp>
        <p:sp>
          <p:nvSpPr>
            <p:cNvPr name="TextBox 42" id="42"/>
            <p:cNvSpPr txBox="true"/>
            <p:nvPr/>
          </p:nvSpPr>
          <p:spPr>
            <a:xfrm>
              <a:off x="0" y="-38100"/>
              <a:ext cx="88111" cy="1392767"/>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859636" cy="10288165"/>
            <a:chOff x="0" y="0"/>
            <a:chExt cx="1543279" cy="2709640"/>
          </a:xfrm>
        </p:grpSpPr>
        <p:sp>
          <p:nvSpPr>
            <p:cNvPr name="Freeform 3" id="3"/>
            <p:cNvSpPr/>
            <p:nvPr/>
          </p:nvSpPr>
          <p:spPr>
            <a:xfrm flipH="false" flipV="false" rot="0">
              <a:off x="0" y="0"/>
              <a:ext cx="1543279" cy="2709640"/>
            </a:xfrm>
            <a:custGeom>
              <a:avLst/>
              <a:gdLst/>
              <a:ahLst/>
              <a:cxnLst/>
              <a:rect r="r" b="b" t="t" l="l"/>
              <a:pathLst>
                <a:path h="2709640" w="1543279">
                  <a:moveTo>
                    <a:pt x="0" y="0"/>
                  </a:moveTo>
                  <a:lnTo>
                    <a:pt x="1543279" y="0"/>
                  </a:lnTo>
                  <a:lnTo>
                    <a:pt x="1543279" y="2709640"/>
                  </a:lnTo>
                  <a:lnTo>
                    <a:pt x="0" y="2709640"/>
                  </a:lnTo>
                  <a:close/>
                </a:path>
              </a:pathLst>
            </a:custGeom>
            <a:solidFill>
              <a:srgbClr val="000000"/>
            </a:solidFill>
            <a:ln cap="sq">
              <a:noFill/>
              <a:prstDash val="solid"/>
              <a:miter/>
            </a:ln>
          </p:spPr>
        </p:sp>
        <p:sp>
          <p:nvSpPr>
            <p:cNvPr name="TextBox 4" id="4"/>
            <p:cNvSpPr txBox="true"/>
            <p:nvPr/>
          </p:nvSpPr>
          <p:spPr>
            <a:xfrm>
              <a:off x="0" y="-38100"/>
              <a:ext cx="1543279" cy="27477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5400000">
            <a:off x="-1484976" y="2942388"/>
            <a:ext cx="8829588" cy="5859636"/>
          </a:xfrm>
          <a:custGeom>
            <a:avLst/>
            <a:gdLst/>
            <a:ahLst/>
            <a:cxnLst/>
            <a:rect r="r" b="b" t="t" l="l"/>
            <a:pathLst>
              <a:path h="5859636" w="8829588">
                <a:moveTo>
                  <a:pt x="0" y="0"/>
                </a:moveTo>
                <a:lnTo>
                  <a:pt x="8829588" y="0"/>
                </a:lnTo>
                <a:lnTo>
                  <a:pt x="8829588" y="5859636"/>
                </a:lnTo>
                <a:lnTo>
                  <a:pt x="0" y="58596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332576" y="3094788"/>
            <a:ext cx="8829588" cy="5859636"/>
          </a:xfrm>
          <a:custGeom>
            <a:avLst/>
            <a:gdLst/>
            <a:ahLst/>
            <a:cxnLst/>
            <a:rect r="r" b="b" t="t" l="l"/>
            <a:pathLst>
              <a:path h="5859636" w="8829588">
                <a:moveTo>
                  <a:pt x="0" y="0"/>
                </a:moveTo>
                <a:lnTo>
                  <a:pt x="8829588" y="0"/>
                </a:lnTo>
                <a:lnTo>
                  <a:pt x="8829588" y="5859636"/>
                </a:lnTo>
                <a:lnTo>
                  <a:pt x="0" y="58596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1241764" y="3300387"/>
            <a:ext cx="8829588" cy="5859636"/>
          </a:xfrm>
          <a:custGeom>
            <a:avLst/>
            <a:gdLst/>
            <a:ahLst/>
            <a:cxnLst/>
            <a:rect r="r" b="b" t="t" l="l"/>
            <a:pathLst>
              <a:path h="5859636" w="8829588">
                <a:moveTo>
                  <a:pt x="0" y="0"/>
                </a:moveTo>
                <a:lnTo>
                  <a:pt x="8829589" y="0"/>
                </a:lnTo>
                <a:lnTo>
                  <a:pt x="8829589" y="5859636"/>
                </a:lnTo>
                <a:lnTo>
                  <a:pt x="0" y="58596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0" y="499684"/>
            <a:ext cx="5859636" cy="102045"/>
            <a:chOff x="0" y="0"/>
            <a:chExt cx="1543279" cy="26876"/>
          </a:xfrm>
        </p:grpSpPr>
        <p:sp>
          <p:nvSpPr>
            <p:cNvPr name="Freeform 9" id="9"/>
            <p:cNvSpPr/>
            <p:nvPr/>
          </p:nvSpPr>
          <p:spPr>
            <a:xfrm flipH="false" flipV="false" rot="0">
              <a:off x="0" y="0"/>
              <a:ext cx="1543279" cy="26876"/>
            </a:xfrm>
            <a:custGeom>
              <a:avLst/>
              <a:gdLst/>
              <a:ahLst/>
              <a:cxnLst/>
              <a:rect r="r" b="b" t="t" l="l"/>
              <a:pathLst>
                <a:path h="26876" w="1543279">
                  <a:moveTo>
                    <a:pt x="0" y="0"/>
                  </a:moveTo>
                  <a:lnTo>
                    <a:pt x="1543279" y="0"/>
                  </a:lnTo>
                  <a:lnTo>
                    <a:pt x="1543279" y="26876"/>
                  </a:lnTo>
                  <a:lnTo>
                    <a:pt x="0" y="26876"/>
                  </a:lnTo>
                  <a:close/>
                </a:path>
              </a:pathLst>
            </a:custGeom>
            <a:solidFill>
              <a:srgbClr val="FFCC00"/>
            </a:solidFill>
          </p:spPr>
        </p:sp>
        <p:sp>
          <p:nvSpPr>
            <p:cNvPr name="TextBox 10" id="10"/>
            <p:cNvSpPr txBox="true"/>
            <p:nvPr/>
          </p:nvSpPr>
          <p:spPr>
            <a:xfrm>
              <a:off x="0" y="-38100"/>
              <a:ext cx="1543279" cy="6497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642284" y="0"/>
            <a:ext cx="1362965" cy="10288165"/>
            <a:chOff x="0" y="0"/>
            <a:chExt cx="358970" cy="2709640"/>
          </a:xfrm>
        </p:grpSpPr>
        <p:sp>
          <p:nvSpPr>
            <p:cNvPr name="Freeform 12" id="12"/>
            <p:cNvSpPr/>
            <p:nvPr/>
          </p:nvSpPr>
          <p:spPr>
            <a:xfrm flipH="false" flipV="false" rot="0">
              <a:off x="0" y="0"/>
              <a:ext cx="358970" cy="2709640"/>
            </a:xfrm>
            <a:custGeom>
              <a:avLst/>
              <a:gdLst/>
              <a:ahLst/>
              <a:cxnLst/>
              <a:rect r="r" b="b" t="t" l="l"/>
              <a:pathLst>
                <a:path h="2709640" w="358970">
                  <a:moveTo>
                    <a:pt x="0" y="0"/>
                  </a:moveTo>
                  <a:lnTo>
                    <a:pt x="358970" y="0"/>
                  </a:lnTo>
                  <a:lnTo>
                    <a:pt x="358970" y="2709640"/>
                  </a:lnTo>
                  <a:lnTo>
                    <a:pt x="0" y="2709640"/>
                  </a:lnTo>
                  <a:close/>
                </a:path>
              </a:pathLst>
            </a:custGeom>
            <a:solidFill>
              <a:srgbClr val="FFCC00"/>
            </a:solidFill>
            <a:ln cap="sq">
              <a:noFill/>
              <a:prstDash val="solid"/>
              <a:miter/>
            </a:ln>
          </p:spPr>
        </p:sp>
        <p:sp>
          <p:nvSpPr>
            <p:cNvPr name="TextBox 13" id="13"/>
            <p:cNvSpPr txBox="true"/>
            <p:nvPr/>
          </p:nvSpPr>
          <p:spPr>
            <a:xfrm>
              <a:off x="0" y="-38100"/>
              <a:ext cx="358970" cy="27477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8542340" y="2297764"/>
            <a:ext cx="4763135" cy="1401446"/>
          </a:xfrm>
          <a:prstGeom prst="rect">
            <a:avLst/>
          </a:prstGeom>
        </p:spPr>
        <p:txBody>
          <a:bodyPr anchor="t" rtlCol="false" tIns="0" lIns="0" bIns="0" rIns="0">
            <a:spAutoFit/>
          </a:bodyPr>
          <a:lstStyle/>
          <a:p>
            <a:pPr algn="l">
              <a:lnSpc>
                <a:spcPts val="11479"/>
              </a:lnSpc>
            </a:pPr>
            <a:r>
              <a:rPr lang="en-US" sz="8199" b="true">
                <a:solidFill>
                  <a:srgbClr val="000000"/>
                </a:solidFill>
                <a:latin typeface="Montserrat Bold"/>
                <a:ea typeface="Montserrat Bold"/>
                <a:cs typeface="Montserrat Bold"/>
                <a:sym typeface="Montserrat Bold"/>
              </a:rPr>
              <a:t>RESULT</a:t>
            </a:r>
          </a:p>
        </p:txBody>
      </p:sp>
      <p:sp>
        <p:nvSpPr>
          <p:cNvPr name="TextBox 15" id="15"/>
          <p:cNvSpPr txBox="true"/>
          <p:nvPr/>
        </p:nvSpPr>
        <p:spPr>
          <a:xfrm rot="0">
            <a:off x="8618397" y="3916294"/>
            <a:ext cx="7685806" cy="15811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16" id="16"/>
          <p:cNvSpPr txBox="true"/>
          <p:nvPr/>
        </p:nvSpPr>
        <p:spPr>
          <a:xfrm rot="0">
            <a:off x="8618397" y="6256851"/>
            <a:ext cx="7685806" cy="1581150"/>
          </a:xfrm>
          <a:prstGeom prst="rect">
            <a:avLst/>
          </a:prstGeom>
        </p:spPr>
        <p:txBody>
          <a:bodyPr anchor="t" rtlCol="false" tIns="0" lIns="0" bIns="0" rIns="0">
            <a:spAutoFit/>
          </a:bodyPr>
          <a:lstStyle/>
          <a:p>
            <a:pPr algn="l">
              <a:lnSpc>
                <a:spcPts val="4200"/>
              </a:lnSpc>
            </a:pPr>
            <a:r>
              <a:rPr lang="en-US" sz="3000">
                <a:solidFill>
                  <a:srgbClr val="000000"/>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17" id="17"/>
          <p:cNvSpPr txBox="true"/>
          <p:nvPr/>
        </p:nvSpPr>
        <p:spPr>
          <a:xfrm rot="0">
            <a:off x="7329459" y="3821044"/>
            <a:ext cx="1288938" cy="1401446"/>
          </a:xfrm>
          <a:prstGeom prst="rect">
            <a:avLst/>
          </a:prstGeom>
        </p:spPr>
        <p:txBody>
          <a:bodyPr anchor="t" rtlCol="false" tIns="0" lIns="0" bIns="0" rIns="0">
            <a:spAutoFit/>
          </a:bodyPr>
          <a:lstStyle/>
          <a:p>
            <a:pPr algn="l">
              <a:lnSpc>
                <a:spcPts val="11479"/>
              </a:lnSpc>
            </a:pPr>
            <a:r>
              <a:rPr lang="en-US" sz="8199" b="true">
                <a:solidFill>
                  <a:srgbClr val="000000"/>
                </a:solidFill>
                <a:latin typeface="Montserrat Bold"/>
                <a:ea typeface="Montserrat Bold"/>
                <a:cs typeface="Montserrat Bold"/>
                <a:sym typeface="Montserrat Bold"/>
              </a:rPr>
              <a:t>01</a:t>
            </a:r>
          </a:p>
        </p:txBody>
      </p:sp>
      <p:sp>
        <p:nvSpPr>
          <p:cNvPr name="TextBox 18" id="18"/>
          <p:cNvSpPr txBox="true"/>
          <p:nvPr/>
        </p:nvSpPr>
        <p:spPr>
          <a:xfrm rot="0">
            <a:off x="7197717" y="6299078"/>
            <a:ext cx="1344623" cy="1401446"/>
          </a:xfrm>
          <a:prstGeom prst="rect">
            <a:avLst/>
          </a:prstGeom>
        </p:spPr>
        <p:txBody>
          <a:bodyPr anchor="t" rtlCol="false" tIns="0" lIns="0" bIns="0" rIns="0">
            <a:spAutoFit/>
          </a:bodyPr>
          <a:lstStyle/>
          <a:p>
            <a:pPr algn="l">
              <a:lnSpc>
                <a:spcPts val="11479"/>
              </a:lnSpc>
            </a:pPr>
            <a:r>
              <a:rPr lang="en-US" sz="8199" b="true">
                <a:solidFill>
                  <a:srgbClr val="000000"/>
                </a:solidFill>
                <a:latin typeface="Montserrat Bold"/>
                <a:ea typeface="Montserrat Bold"/>
                <a:cs typeface="Montserrat Bold"/>
                <a:sym typeface="Montserrat Bold"/>
              </a:rPr>
              <a:t>02</a:t>
            </a:r>
          </a:p>
        </p:txBody>
      </p:sp>
      <p:grpSp>
        <p:nvGrpSpPr>
          <p:cNvPr name="Group 19" id="19"/>
          <p:cNvGrpSpPr/>
          <p:nvPr/>
        </p:nvGrpSpPr>
        <p:grpSpPr>
          <a:xfrm rot="0">
            <a:off x="13305475" y="3035809"/>
            <a:ext cx="3004376" cy="77757"/>
            <a:chOff x="0" y="0"/>
            <a:chExt cx="791276" cy="20479"/>
          </a:xfrm>
        </p:grpSpPr>
        <p:sp>
          <p:nvSpPr>
            <p:cNvPr name="Freeform 20" id="20"/>
            <p:cNvSpPr/>
            <p:nvPr/>
          </p:nvSpPr>
          <p:spPr>
            <a:xfrm flipH="false" flipV="false" rot="0">
              <a:off x="0" y="0"/>
              <a:ext cx="791276" cy="20479"/>
            </a:xfrm>
            <a:custGeom>
              <a:avLst/>
              <a:gdLst/>
              <a:ahLst/>
              <a:cxnLst/>
              <a:rect r="r" b="b" t="t" l="l"/>
              <a:pathLst>
                <a:path h="20479" w="791276">
                  <a:moveTo>
                    <a:pt x="0" y="0"/>
                  </a:moveTo>
                  <a:lnTo>
                    <a:pt x="791276" y="0"/>
                  </a:lnTo>
                  <a:lnTo>
                    <a:pt x="791276" y="20479"/>
                  </a:lnTo>
                  <a:lnTo>
                    <a:pt x="0" y="20479"/>
                  </a:lnTo>
                  <a:close/>
                </a:path>
              </a:pathLst>
            </a:custGeom>
            <a:solidFill>
              <a:srgbClr val="000000"/>
            </a:solidFill>
          </p:spPr>
        </p:sp>
        <p:sp>
          <p:nvSpPr>
            <p:cNvPr name="TextBox 21" id="21"/>
            <p:cNvSpPr txBox="true"/>
            <p:nvPr/>
          </p:nvSpPr>
          <p:spPr>
            <a:xfrm>
              <a:off x="0" y="-38100"/>
              <a:ext cx="791276" cy="58579"/>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493172" cy="10287000"/>
            <a:chOff x="0" y="0"/>
            <a:chExt cx="3290383" cy="2709333"/>
          </a:xfrm>
        </p:grpSpPr>
        <p:sp>
          <p:nvSpPr>
            <p:cNvPr name="Freeform 3" id="3"/>
            <p:cNvSpPr/>
            <p:nvPr/>
          </p:nvSpPr>
          <p:spPr>
            <a:xfrm flipH="false" flipV="false" rot="0">
              <a:off x="0" y="0"/>
              <a:ext cx="3290383" cy="2709333"/>
            </a:xfrm>
            <a:custGeom>
              <a:avLst/>
              <a:gdLst/>
              <a:ahLst/>
              <a:cxnLst/>
              <a:rect r="r" b="b" t="t" l="l"/>
              <a:pathLst>
                <a:path h="2709333" w="3290383">
                  <a:moveTo>
                    <a:pt x="0" y="0"/>
                  </a:moveTo>
                  <a:lnTo>
                    <a:pt x="3290383" y="0"/>
                  </a:lnTo>
                  <a:lnTo>
                    <a:pt x="3290383" y="2709333"/>
                  </a:lnTo>
                  <a:lnTo>
                    <a:pt x="0" y="2709333"/>
                  </a:lnTo>
                  <a:close/>
                </a:path>
              </a:pathLst>
            </a:custGeom>
            <a:solidFill>
              <a:srgbClr val="000000"/>
            </a:solidFill>
          </p:spPr>
        </p:sp>
        <p:sp>
          <p:nvSpPr>
            <p:cNvPr name="TextBox 4" id="4"/>
            <p:cNvSpPr txBox="true"/>
            <p:nvPr/>
          </p:nvSpPr>
          <p:spPr>
            <a:xfrm>
              <a:off x="0" y="-38100"/>
              <a:ext cx="3290383"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493172" y="0"/>
            <a:ext cx="5794828" cy="10287000"/>
            <a:chOff x="0" y="0"/>
            <a:chExt cx="1526210" cy="2709333"/>
          </a:xfrm>
        </p:grpSpPr>
        <p:sp>
          <p:nvSpPr>
            <p:cNvPr name="Freeform 6" id="6"/>
            <p:cNvSpPr/>
            <p:nvPr/>
          </p:nvSpPr>
          <p:spPr>
            <a:xfrm flipH="false" flipV="false" rot="0">
              <a:off x="0" y="0"/>
              <a:ext cx="1526210" cy="2709333"/>
            </a:xfrm>
            <a:custGeom>
              <a:avLst/>
              <a:gdLst/>
              <a:ahLst/>
              <a:cxnLst/>
              <a:rect r="r" b="b" t="t" l="l"/>
              <a:pathLst>
                <a:path h="2709333" w="1526210">
                  <a:moveTo>
                    <a:pt x="0" y="0"/>
                  </a:moveTo>
                  <a:lnTo>
                    <a:pt x="1526210" y="0"/>
                  </a:lnTo>
                  <a:lnTo>
                    <a:pt x="1526210" y="2709333"/>
                  </a:lnTo>
                  <a:lnTo>
                    <a:pt x="0" y="2709333"/>
                  </a:lnTo>
                  <a:close/>
                </a:path>
              </a:pathLst>
            </a:custGeom>
            <a:solidFill>
              <a:srgbClr val="FFCC00"/>
            </a:solidFill>
          </p:spPr>
        </p:sp>
        <p:sp>
          <p:nvSpPr>
            <p:cNvPr name="TextBox 7" id="7"/>
            <p:cNvSpPr txBox="true"/>
            <p:nvPr/>
          </p:nvSpPr>
          <p:spPr>
            <a:xfrm>
              <a:off x="0" y="-38100"/>
              <a:ext cx="1526210" cy="27474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493172" y="870415"/>
            <a:ext cx="5794828" cy="236042"/>
            <a:chOff x="0" y="0"/>
            <a:chExt cx="1526210" cy="62167"/>
          </a:xfrm>
        </p:grpSpPr>
        <p:sp>
          <p:nvSpPr>
            <p:cNvPr name="Freeform 9" id="9"/>
            <p:cNvSpPr/>
            <p:nvPr/>
          </p:nvSpPr>
          <p:spPr>
            <a:xfrm flipH="false" flipV="false" rot="0">
              <a:off x="0" y="0"/>
              <a:ext cx="1526210" cy="62167"/>
            </a:xfrm>
            <a:custGeom>
              <a:avLst/>
              <a:gdLst/>
              <a:ahLst/>
              <a:cxnLst/>
              <a:rect r="r" b="b" t="t" l="l"/>
              <a:pathLst>
                <a:path h="62167" w="1526210">
                  <a:moveTo>
                    <a:pt x="0" y="0"/>
                  </a:moveTo>
                  <a:lnTo>
                    <a:pt x="1526210" y="0"/>
                  </a:lnTo>
                  <a:lnTo>
                    <a:pt x="1526210" y="62167"/>
                  </a:lnTo>
                  <a:lnTo>
                    <a:pt x="0" y="62167"/>
                  </a:lnTo>
                  <a:close/>
                </a:path>
              </a:pathLst>
            </a:custGeom>
            <a:solidFill>
              <a:srgbClr val="000000"/>
            </a:solidFill>
            <a:ln w="142875" cap="sq">
              <a:solidFill>
                <a:srgbClr val="000000"/>
              </a:solidFill>
              <a:prstDash val="solid"/>
              <a:miter/>
            </a:ln>
          </p:spPr>
        </p:sp>
        <p:sp>
          <p:nvSpPr>
            <p:cNvPr name="TextBox 10" id="10"/>
            <p:cNvSpPr txBox="true"/>
            <p:nvPr/>
          </p:nvSpPr>
          <p:spPr>
            <a:xfrm>
              <a:off x="0" y="-38100"/>
              <a:ext cx="1526210" cy="10026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152461" y="8782050"/>
            <a:ext cx="476250" cy="47625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5973527" y="8782050"/>
            <a:ext cx="476250" cy="47625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4333311" y="8782050"/>
            <a:ext cx="476250" cy="47625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2995060" y="1577559"/>
            <a:ext cx="4738513" cy="6557633"/>
            <a:chOff x="0" y="0"/>
            <a:chExt cx="734120" cy="1015949"/>
          </a:xfrm>
        </p:grpSpPr>
        <p:sp>
          <p:nvSpPr>
            <p:cNvPr name="Freeform 21" id="21"/>
            <p:cNvSpPr/>
            <p:nvPr/>
          </p:nvSpPr>
          <p:spPr>
            <a:xfrm flipH="false" flipV="false" rot="0">
              <a:off x="0" y="0"/>
              <a:ext cx="734120" cy="1015949"/>
            </a:xfrm>
            <a:custGeom>
              <a:avLst/>
              <a:gdLst/>
              <a:ahLst/>
              <a:cxnLst/>
              <a:rect r="r" b="b" t="t" l="l"/>
              <a:pathLst>
                <a:path h="1015949" w="734120">
                  <a:moveTo>
                    <a:pt x="0" y="0"/>
                  </a:moveTo>
                  <a:lnTo>
                    <a:pt x="734120" y="0"/>
                  </a:lnTo>
                  <a:lnTo>
                    <a:pt x="734120" y="1015949"/>
                  </a:lnTo>
                  <a:lnTo>
                    <a:pt x="0" y="1015949"/>
                  </a:lnTo>
                  <a:close/>
                </a:path>
              </a:pathLst>
            </a:custGeom>
            <a:blipFill>
              <a:blip r:embed="rId2">
                <a:alphaModFix amt="90000"/>
              </a:blip>
              <a:stretch>
                <a:fillRect l="0" t="-4228" r="0" b="-4228"/>
              </a:stretch>
            </a:blipFill>
            <a:ln w="142875" cap="sq">
              <a:solidFill>
                <a:srgbClr val="000000">
                  <a:alpha val="89804"/>
                </a:srgbClr>
              </a:solidFill>
              <a:prstDash val="solid"/>
              <a:miter/>
            </a:ln>
          </p:spPr>
        </p:sp>
      </p:grpSp>
      <p:sp>
        <p:nvSpPr>
          <p:cNvPr name="TextBox 22" id="22"/>
          <p:cNvSpPr txBox="true"/>
          <p:nvPr/>
        </p:nvSpPr>
        <p:spPr>
          <a:xfrm rot="0">
            <a:off x="2267381" y="3236445"/>
            <a:ext cx="7958411" cy="2526912"/>
          </a:xfrm>
          <a:prstGeom prst="rect">
            <a:avLst/>
          </a:prstGeom>
        </p:spPr>
        <p:txBody>
          <a:bodyPr anchor="t" rtlCol="false" tIns="0" lIns="0" bIns="0" rIns="0">
            <a:spAutoFit/>
          </a:bodyPr>
          <a:lstStyle/>
          <a:p>
            <a:pPr algn="l">
              <a:lnSpc>
                <a:spcPts val="5096"/>
              </a:lnSpc>
            </a:pPr>
            <a:r>
              <a:rPr lang="en-US" sz="3640">
                <a:solidFill>
                  <a:srgbClr val="FFFFFF"/>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23" id="23"/>
          <p:cNvSpPr txBox="true"/>
          <p:nvPr/>
        </p:nvSpPr>
        <p:spPr>
          <a:xfrm rot="0">
            <a:off x="2267381" y="6172932"/>
            <a:ext cx="7547480" cy="2526912"/>
          </a:xfrm>
          <a:prstGeom prst="rect">
            <a:avLst/>
          </a:prstGeom>
        </p:spPr>
        <p:txBody>
          <a:bodyPr anchor="t" rtlCol="false" tIns="0" lIns="0" bIns="0" rIns="0">
            <a:spAutoFit/>
          </a:bodyPr>
          <a:lstStyle/>
          <a:p>
            <a:pPr algn="l">
              <a:lnSpc>
                <a:spcPts val="5096"/>
              </a:lnSpc>
            </a:pPr>
            <a:r>
              <a:rPr lang="en-US" sz="3640">
                <a:solidFill>
                  <a:srgbClr val="FFFFFF"/>
                </a:solidFill>
                <a:latin typeface="Open Sans 2"/>
                <a:ea typeface="Open Sans 2"/>
                <a:cs typeface="Open Sans 2"/>
                <a:sym typeface="Open Sans 2"/>
              </a:rPr>
              <a:t>Lorem ipsum dolor sit amet, consectetur adipiscing elit. Duis vel dolor ante. Nullam feugiat egestas elit et vehicula.</a:t>
            </a:r>
          </a:p>
        </p:txBody>
      </p:sp>
      <p:sp>
        <p:nvSpPr>
          <p:cNvPr name="TextBox 24" id="24"/>
          <p:cNvSpPr txBox="true"/>
          <p:nvPr/>
        </p:nvSpPr>
        <p:spPr>
          <a:xfrm rot="0">
            <a:off x="1028700" y="1425159"/>
            <a:ext cx="7704369" cy="1392115"/>
          </a:xfrm>
          <a:prstGeom prst="rect">
            <a:avLst/>
          </a:prstGeom>
        </p:spPr>
        <p:txBody>
          <a:bodyPr anchor="t" rtlCol="false" tIns="0" lIns="0" bIns="0" rIns="0">
            <a:spAutoFit/>
          </a:bodyPr>
          <a:lstStyle/>
          <a:p>
            <a:pPr algn="l">
              <a:lnSpc>
                <a:spcPts val="11469"/>
              </a:lnSpc>
            </a:pPr>
            <a:r>
              <a:rPr lang="en-US" sz="8192" b="true">
                <a:solidFill>
                  <a:srgbClr val="FFFFFF"/>
                </a:solidFill>
                <a:latin typeface="Montserrat Bold"/>
                <a:ea typeface="Montserrat Bold"/>
                <a:cs typeface="Montserrat Bold"/>
                <a:sym typeface="Montserrat Bold"/>
              </a:rPr>
              <a:t>CONCLUSION</a:t>
            </a:r>
          </a:p>
        </p:txBody>
      </p:sp>
      <p:sp>
        <p:nvSpPr>
          <p:cNvPr name="TextBox 25" id="25"/>
          <p:cNvSpPr txBox="true"/>
          <p:nvPr/>
        </p:nvSpPr>
        <p:spPr>
          <a:xfrm rot="0">
            <a:off x="1028700" y="3141124"/>
            <a:ext cx="1179351" cy="1392115"/>
          </a:xfrm>
          <a:prstGeom prst="rect">
            <a:avLst/>
          </a:prstGeom>
        </p:spPr>
        <p:txBody>
          <a:bodyPr anchor="t" rtlCol="false" tIns="0" lIns="0" bIns="0" rIns="0">
            <a:spAutoFit/>
          </a:bodyPr>
          <a:lstStyle/>
          <a:p>
            <a:pPr algn="l">
              <a:lnSpc>
                <a:spcPts val="11469"/>
              </a:lnSpc>
            </a:pPr>
            <a:r>
              <a:rPr lang="en-US" sz="8192" b="true">
                <a:solidFill>
                  <a:srgbClr val="FFFFFF"/>
                </a:solidFill>
                <a:latin typeface="Montserrat Bold"/>
                <a:ea typeface="Montserrat Bold"/>
                <a:cs typeface="Montserrat Bold"/>
                <a:sym typeface="Montserrat Bold"/>
              </a:rPr>
              <a:t>01</a:t>
            </a:r>
          </a:p>
        </p:txBody>
      </p:sp>
      <p:sp>
        <p:nvSpPr>
          <p:cNvPr name="TextBox 26" id="26"/>
          <p:cNvSpPr txBox="true"/>
          <p:nvPr/>
        </p:nvSpPr>
        <p:spPr>
          <a:xfrm rot="0">
            <a:off x="846944" y="6250833"/>
            <a:ext cx="1420436" cy="1392115"/>
          </a:xfrm>
          <a:prstGeom prst="rect">
            <a:avLst/>
          </a:prstGeom>
        </p:spPr>
        <p:txBody>
          <a:bodyPr anchor="t" rtlCol="false" tIns="0" lIns="0" bIns="0" rIns="0">
            <a:spAutoFit/>
          </a:bodyPr>
          <a:lstStyle/>
          <a:p>
            <a:pPr algn="l">
              <a:lnSpc>
                <a:spcPts val="11469"/>
              </a:lnSpc>
            </a:pPr>
            <a:r>
              <a:rPr lang="en-US" sz="8192" b="true">
                <a:solidFill>
                  <a:srgbClr val="FFFFFF"/>
                </a:solidFill>
                <a:latin typeface="Montserrat Bold"/>
                <a:ea typeface="Montserrat Bold"/>
                <a:cs typeface="Montserrat Bold"/>
                <a:sym typeface="Montserrat Bold"/>
              </a:rPr>
              <a:t>02</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9303764" cy="10287000"/>
            <a:chOff x="0" y="0"/>
            <a:chExt cx="2450374" cy="2709333"/>
          </a:xfrm>
        </p:grpSpPr>
        <p:sp>
          <p:nvSpPr>
            <p:cNvPr name="Freeform 3" id="3"/>
            <p:cNvSpPr/>
            <p:nvPr/>
          </p:nvSpPr>
          <p:spPr>
            <a:xfrm flipH="false" flipV="false" rot="0">
              <a:off x="0" y="0"/>
              <a:ext cx="2450374" cy="2709333"/>
            </a:xfrm>
            <a:custGeom>
              <a:avLst/>
              <a:gdLst/>
              <a:ahLst/>
              <a:cxnLst/>
              <a:rect r="r" b="b" t="t" l="l"/>
              <a:pathLst>
                <a:path h="2709333" w="2450374">
                  <a:moveTo>
                    <a:pt x="0" y="0"/>
                  </a:moveTo>
                  <a:lnTo>
                    <a:pt x="2450374" y="0"/>
                  </a:lnTo>
                  <a:lnTo>
                    <a:pt x="2450374" y="2709333"/>
                  </a:lnTo>
                  <a:lnTo>
                    <a:pt x="0" y="2709333"/>
                  </a:lnTo>
                  <a:close/>
                </a:path>
              </a:pathLst>
            </a:custGeom>
            <a:solidFill>
              <a:srgbClr val="FFCC00"/>
            </a:solidFill>
          </p:spPr>
        </p:sp>
        <p:sp>
          <p:nvSpPr>
            <p:cNvPr name="TextBox 4" id="4"/>
            <p:cNvSpPr txBox="true"/>
            <p:nvPr/>
          </p:nvSpPr>
          <p:spPr>
            <a:xfrm>
              <a:off x="0" y="-38100"/>
              <a:ext cx="2450374"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303764" y="0"/>
            <a:ext cx="8984236" cy="10287000"/>
            <a:chOff x="0" y="0"/>
            <a:chExt cx="2366218" cy="2709333"/>
          </a:xfrm>
        </p:grpSpPr>
        <p:sp>
          <p:nvSpPr>
            <p:cNvPr name="Freeform 6" id="6"/>
            <p:cNvSpPr/>
            <p:nvPr/>
          </p:nvSpPr>
          <p:spPr>
            <a:xfrm flipH="false" flipV="false" rot="0">
              <a:off x="0" y="0"/>
              <a:ext cx="2366219" cy="2709333"/>
            </a:xfrm>
            <a:custGeom>
              <a:avLst/>
              <a:gdLst/>
              <a:ahLst/>
              <a:cxnLst/>
              <a:rect r="r" b="b" t="t" l="l"/>
              <a:pathLst>
                <a:path h="2709333" w="2366219">
                  <a:moveTo>
                    <a:pt x="0" y="0"/>
                  </a:moveTo>
                  <a:lnTo>
                    <a:pt x="2366219" y="0"/>
                  </a:lnTo>
                  <a:lnTo>
                    <a:pt x="2366219" y="2709333"/>
                  </a:lnTo>
                  <a:lnTo>
                    <a:pt x="0" y="2709333"/>
                  </a:lnTo>
                  <a:close/>
                </a:path>
              </a:pathLst>
            </a:custGeom>
            <a:gradFill rotWithShape="true">
              <a:gsLst>
                <a:gs pos="0">
                  <a:srgbClr val="000000">
                    <a:alpha val="100000"/>
                  </a:srgbClr>
                </a:gs>
                <a:gs pos="100000">
                  <a:srgbClr val="737373">
                    <a:alpha val="100000"/>
                  </a:srgbClr>
                </a:gs>
              </a:gsLst>
              <a:lin ang="0"/>
            </a:gradFill>
          </p:spPr>
        </p:sp>
        <p:sp>
          <p:nvSpPr>
            <p:cNvPr name="TextBox 7" id="7"/>
            <p:cNvSpPr txBox="true"/>
            <p:nvPr/>
          </p:nvSpPr>
          <p:spPr>
            <a:xfrm>
              <a:off x="0" y="-38100"/>
              <a:ext cx="2366218"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5867771" y="4448563"/>
            <a:ext cx="1826358" cy="463424"/>
            <a:chOff x="0" y="0"/>
            <a:chExt cx="2435144" cy="617899"/>
          </a:xfrm>
        </p:grpSpPr>
        <p:grpSp>
          <p:nvGrpSpPr>
            <p:cNvPr name="Group 9" id="9"/>
            <p:cNvGrpSpPr/>
            <p:nvPr/>
          </p:nvGrpSpPr>
          <p:grpSpPr>
            <a:xfrm rot="0">
              <a:off x="0" y="0"/>
              <a:ext cx="589475" cy="617899"/>
              <a:chOff x="0" y="0"/>
              <a:chExt cx="116440" cy="122054"/>
            </a:xfrm>
          </p:grpSpPr>
          <p:sp>
            <p:nvSpPr>
              <p:cNvPr name="Freeform 10" id="10"/>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FFCC00"/>
              </a:solidFill>
            </p:spPr>
          </p:sp>
          <p:sp>
            <p:nvSpPr>
              <p:cNvPr name="TextBox 11" id="11"/>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25994" y="0"/>
              <a:ext cx="589475" cy="617899"/>
              <a:chOff x="0" y="0"/>
              <a:chExt cx="116440" cy="122054"/>
            </a:xfrm>
          </p:grpSpPr>
          <p:sp>
            <p:nvSpPr>
              <p:cNvPr name="Freeform 13" id="13"/>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14" id="14"/>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845669" y="0"/>
              <a:ext cx="589475" cy="617899"/>
              <a:chOff x="0" y="0"/>
              <a:chExt cx="116440" cy="122054"/>
            </a:xfrm>
          </p:grpSpPr>
          <p:sp>
            <p:nvSpPr>
              <p:cNvPr name="Freeform 16" id="16"/>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FFCC00"/>
              </a:solidFill>
            </p:spPr>
          </p:sp>
          <p:sp>
            <p:nvSpPr>
              <p:cNvPr name="TextBox 17" id="17"/>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grpSp>
        <p:nvGrpSpPr>
          <p:cNvPr name="Group 18" id="18"/>
          <p:cNvGrpSpPr/>
          <p:nvPr/>
        </p:nvGrpSpPr>
        <p:grpSpPr>
          <a:xfrm rot="0">
            <a:off x="593871" y="4448563"/>
            <a:ext cx="442106" cy="463424"/>
            <a:chOff x="0" y="0"/>
            <a:chExt cx="116440" cy="122054"/>
          </a:xfrm>
        </p:grpSpPr>
        <p:sp>
          <p:nvSpPr>
            <p:cNvPr name="Freeform 19" id="19"/>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20" id="20"/>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88366" y="4448563"/>
            <a:ext cx="442106" cy="463424"/>
            <a:chOff x="0" y="0"/>
            <a:chExt cx="116440" cy="122054"/>
          </a:xfrm>
        </p:grpSpPr>
        <p:sp>
          <p:nvSpPr>
            <p:cNvPr name="Freeform 22" id="22"/>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gradFill rotWithShape="true">
              <a:gsLst>
                <a:gs pos="0">
                  <a:srgbClr val="FFDE59">
                    <a:alpha val="100000"/>
                  </a:srgbClr>
                </a:gs>
                <a:gs pos="100000">
                  <a:srgbClr val="FF914D">
                    <a:alpha val="100000"/>
                  </a:srgbClr>
                </a:gs>
              </a:gsLst>
              <a:lin ang="0"/>
            </a:gradFill>
          </p:spPr>
        </p:sp>
        <p:sp>
          <p:nvSpPr>
            <p:cNvPr name="TextBox 23" id="23"/>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978122" y="4448563"/>
            <a:ext cx="442106" cy="463424"/>
            <a:chOff x="0" y="0"/>
            <a:chExt cx="116440" cy="122054"/>
          </a:xfrm>
        </p:grpSpPr>
        <p:sp>
          <p:nvSpPr>
            <p:cNvPr name="Freeform 25" id="25"/>
            <p:cNvSpPr/>
            <p:nvPr/>
          </p:nvSpPr>
          <p:spPr>
            <a:xfrm flipH="false" flipV="false" rot="0">
              <a:off x="0" y="0"/>
              <a:ext cx="116440" cy="122054"/>
            </a:xfrm>
            <a:custGeom>
              <a:avLst/>
              <a:gdLst/>
              <a:ahLst/>
              <a:cxnLst/>
              <a:rect r="r" b="b" t="t" l="l"/>
              <a:pathLst>
                <a:path h="122054" w="116440">
                  <a:moveTo>
                    <a:pt x="0" y="0"/>
                  </a:moveTo>
                  <a:lnTo>
                    <a:pt x="116440" y="0"/>
                  </a:lnTo>
                  <a:lnTo>
                    <a:pt x="116440" y="122054"/>
                  </a:lnTo>
                  <a:lnTo>
                    <a:pt x="0" y="122054"/>
                  </a:lnTo>
                  <a:close/>
                </a:path>
              </a:pathLst>
            </a:custGeom>
            <a:solidFill>
              <a:srgbClr val="000000"/>
            </a:solidFill>
          </p:spPr>
        </p:sp>
        <p:sp>
          <p:nvSpPr>
            <p:cNvPr name="TextBox 26" id="26"/>
            <p:cNvSpPr txBox="true"/>
            <p:nvPr/>
          </p:nvSpPr>
          <p:spPr>
            <a:xfrm>
              <a:off x="0" y="-38100"/>
              <a:ext cx="116440" cy="160154"/>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6006338" y="732438"/>
            <a:ext cx="1252962" cy="296262"/>
            <a:chOff x="0" y="0"/>
            <a:chExt cx="1670615" cy="395016"/>
          </a:xfrm>
        </p:grpSpPr>
        <p:grpSp>
          <p:nvGrpSpPr>
            <p:cNvPr name="Group 28" id="28"/>
            <p:cNvGrpSpPr/>
            <p:nvPr/>
          </p:nvGrpSpPr>
          <p:grpSpPr>
            <a:xfrm rot="0">
              <a:off x="1275599" y="0"/>
              <a:ext cx="395016" cy="39501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637800" y="0"/>
              <a:ext cx="395016" cy="39501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0" y="0"/>
              <a:ext cx="395016" cy="39501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00"/>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37" id="37"/>
          <p:cNvGrpSpPr/>
          <p:nvPr/>
        </p:nvGrpSpPr>
        <p:grpSpPr>
          <a:xfrm rot="0">
            <a:off x="1992677" y="732438"/>
            <a:ext cx="296262" cy="29626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514327" y="732438"/>
            <a:ext cx="296262" cy="29626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035977" y="732438"/>
            <a:ext cx="296262" cy="29626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6217664" y="9054636"/>
            <a:ext cx="3086100" cy="203664"/>
            <a:chOff x="0" y="0"/>
            <a:chExt cx="812800" cy="53640"/>
          </a:xfrm>
        </p:grpSpPr>
        <p:sp>
          <p:nvSpPr>
            <p:cNvPr name="Freeform 47" id="47"/>
            <p:cNvSpPr/>
            <p:nvPr/>
          </p:nvSpPr>
          <p:spPr>
            <a:xfrm flipH="false" flipV="false" rot="0">
              <a:off x="0" y="0"/>
              <a:ext cx="812800" cy="53640"/>
            </a:xfrm>
            <a:custGeom>
              <a:avLst/>
              <a:gdLst/>
              <a:ahLst/>
              <a:cxnLst/>
              <a:rect r="r" b="b" t="t" l="l"/>
              <a:pathLst>
                <a:path h="53640" w="812800">
                  <a:moveTo>
                    <a:pt x="0" y="0"/>
                  </a:moveTo>
                  <a:lnTo>
                    <a:pt x="812800" y="0"/>
                  </a:lnTo>
                  <a:lnTo>
                    <a:pt x="812800" y="53640"/>
                  </a:lnTo>
                  <a:lnTo>
                    <a:pt x="0" y="53640"/>
                  </a:lnTo>
                  <a:close/>
                </a:path>
              </a:pathLst>
            </a:custGeom>
            <a:solidFill>
              <a:srgbClr val="000000"/>
            </a:solidFill>
          </p:spPr>
        </p:sp>
        <p:sp>
          <p:nvSpPr>
            <p:cNvPr name="TextBox 48" id="48"/>
            <p:cNvSpPr txBox="true"/>
            <p:nvPr/>
          </p:nvSpPr>
          <p:spPr>
            <a:xfrm>
              <a:off x="0" y="-38100"/>
              <a:ext cx="812800" cy="91740"/>
            </a:xfrm>
            <a:prstGeom prst="rect">
              <a:avLst/>
            </a:prstGeom>
          </p:spPr>
          <p:txBody>
            <a:bodyPr anchor="ctr" rtlCol="false" tIns="50800" lIns="50800" bIns="50800" rIns="50800"/>
            <a:lstStyle/>
            <a:p>
              <a:pPr algn="ctr">
                <a:lnSpc>
                  <a:spcPts val="2659"/>
                </a:lnSpc>
              </a:pPr>
            </a:p>
          </p:txBody>
        </p:sp>
      </p:grpSp>
      <p:sp>
        <p:nvSpPr>
          <p:cNvPr name="TextBox 49" id="49"/>
          <p:cNvSpPr txBox="true"/>
          <p:nvPr/>
        </p:nvSpPr>
        <p:spPr>
          <a:xfrm rot="0">
            <a:off x="2775897" y="3550124"/>
            <a:ext cx="6883535"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Montserrat Bold"/>
                <a:ea typeface="Montserrat Bold"/>
                <a:cs typeface="Montserrat Bold"/>
                <a:sym typeface="Montserrat Bold"/>
              </a:rPr>
              <a:t>THANK</a:t>
            </a:r>
          </a:p>
        </p:txBody>
      </p:sp>
      <p:grpSp>
        <p:nvGrpSpPr>
          <p:cNvPr name="Group 50" id="50"/>
          <p:cNvGrpSpPr/>
          <p:nvPr/>
        </p:nvGrpSpPr>
        <p:grpSpPr>
          <a:xfrm rot="0">
            <a:off x="9303764" y="9054636"/>
            <a:ext cx="3086100" cy="203664"/>
            <a:chOff x="0" y="0"/>
            <a:chExt cx="812800" cy="53640"/>
          </a:xfrm>
        </p:grpSpPr>
        <p:sp>
          <p:nvSpPr>
            <p:cNvPr name="Freeform 51" id="51"/>
            <p:cNvSpPr/>
            <p:nvPr/>
          </p:nvSpPr>
          <p:spPr>
            <a:xfrm flipH="false" flipV="false" rot="0">
              <a:off x="0" y="0"/>
              <a:ext cx="812800" cy="53640"/>
            </a:xfrm>
            <a:custGeom>
              <a:avLst/>
              <a:gdLst/>
              <a:ahLst/>
              <a:cxnLst/>
              <a:rect r="r" b="b" t="t" l="l"/>
              <a:pathLst>
                <a:path h="53640" w="812800">
                  <a:moveTo>
                    <a:pt x="0" y="0"/>
                  </a:moveTo>
                  <a:lnTo>
                    <a:pt x="812800" y="0"/>
                  </a:lnTo>
                  <a:lnTo>
                    <a:pt x="812800" y="53640"/>
                  </a:lnTo>
                  <a:lnTo>
                    <a:pt x="0" y="53640"/>
                  </a:lnTo>
                  <a:close/>
                </a:path>
              </a:pathLst>
            </a:custGeom>
            <a:solidFill>
              <a:srgbClr val="FFCC00"/>
            </a:solidFill>
          </p:spPr>
        </p:sp>
        <p:sp>
          <p:nvSpPr>
            <p:cNvPr name="TextBox 52" id="52"/>
            <p:cNvSpPr txBox="true"/>
            <p:nvPr/>
          </p:nvSpPr>
          <p:spPr>
            <a:xfrm>
              <a:off x="0" y="-38100"/>
              <a:ext cx="812800" cy="91740"/>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2469914" y="835499"/>
            <a:ext cx="6833851" cy="76757"/>
            <a:chOff x="0" y="0"/>
            <a:chExt cx="1799862" cy="20216"/>
          </a:xfrm>
        </p:grpSpPr>
        <p:sp>
          <p:nvSpPr>
            <p:cNvPr name="Freeform 54" id="54"/>
            <p:cNvSpPr/>
            <p:nvPr/>
          </p:nvSpPr>
          <p:spPr>
            <a:xfrm flipH="false" flipV="false" rot="0">
              <a:off x="0" y="0"/>
              <a:ext cx="1799862" cy="20216"/>
            </a:xfrm>
            <a:custGeom>
              <a:avLst/>
              <a:gdLst/>
              <a:ahLst/>
              <a:cxnLst/>
              <a:rect r="r" b="b" t="t" l="l"/>
              <a:pathLst>
                <a:path h="20216" w="1799862">
                  <a:moveTo>
                    <a:pt x="0" y="0"/>
                  </a:moveTo>
                  <a:lnTo>
                    <a:pt x="1799862" y="0"/>
                  </a:lnTo>
                  <a:lnTo>
                    <a:pt x="1799862" y="20216"/>
                  </a:lnTo>
                  <a:lnTo>
                    <a:pt x="0" y="20216"/>
                  </a:lnTo>
                  <a:close/>
                </a:path>
              </a:pathLst>
            </a:custGeom>
            <a:solidFill>
              <a:srgbClr val="000000"/>
            </a:solidFill>
          </p:spPr>
        </p:sp>
        <p:sp>
          <p:nvSpPr>
            <p:cNvPr name="TextBox 55" id="55"/>
            <p:cNvSpPr txBox="true"/>
            <p:nvPr/>
          </p:nvSpPr>
          <p:spPr>
            <a:xfrm>
              <a:off x="0" y="-38100"/>
              <a:ext cx="1799862" cy="58316"/>
            </a:xfrm>
            <a:prstGeom prst="rect">
              <a:avLst/>
            </a:prstGeom>
          </p:spPr>
          <p:txBody>
            <a:bodyPr anchor="ctr" rtlCol="false" tIns="50800" lIns="50800" bIns="50800" rIns="50800"/>
            <a:lstStyle/>
            <a:p>
              <a:pPr algn="ctr">
                <a:lnSpc>
                  <a:spcPts val="2659"/>
                </a:lnSpc>
              </a:pPr>
            </a:p>
          </p:txBody>
        </p:sp>
      </p:grpSp>
      <p:grpSp>
        <p:nvGrpSpPr>
          <p:cNvPr name="Group 56" id="56"/>
          <p:cNvGrpSpPr/>
          <p:nvPr/>
        </p:nvGrpSpPr>
        <p:grpSpPr>
          <a:xfrm rot="0">
            <a:off x="9303764" y="852027"/>
            <a:ext cx="6564007" cy="66921"/>
            <a:chOff x="0" y="0"/>
            <a:chExt cx="1728792" cy="17625"/>
          </a:xfrm>
        </p:grpSpPr>
        <p:sp>
          <p:nvSpPr>
            <p:cNvPr name="Freeform 57" id="57"/>
            <p:cNvSpPr/>
            <p:nvPr/>
          </p:nvSpPr>
          <p:spPr>
            <a:xfrm flipH="false" flipV="false" rot="0">
              <a:off x="0" y="0"/>
              <a:ext cx="1728792" cy="17625"/>
            </a:xfrm>
            <a:custGeom>
              <a:avLst/>
              <a:gdLst/>
              <a:ahLst/>
              <a:cxnLst/>
              <a:rect r="r" b="b" t="t" l="l"/>
              <a:pathLst>
                <a:path h="17625" w="1728792">
                  <a:moveTo>
                    <a:pt x="0" y="0"/>
                  </a:moveTo>
                  <a:lnTo>
                    <a:pt x="1728792" y="0"/>
                  </a:lnTo>
                  <a:lnTo>
                    <a:pt x="1728792" y="17625"/>
                  </a:lnTo>
                  <a:lnTo>
                    <a:pt x="0" y="17625"/>
                  </a:lnTo>
                  <a:close/>
                </a:path>
              </a:pathLst>
            </a:custGeom>
            <a:solidFill>
              <a:srgbClr val="FFCC00"/>
            </a:solidFill>
          </p:spPr>
        </p:sp>
        <p:sp>
          <p:nvSpPr>
            <p:cNvPr name="TextBox 58" id="58"/>
            <p:cNvSpPr txBox="true"/>
            <p:nvPr/>
          </p:nvSpPr>
          <p:spPr>
            <a:xfrm>
              <a:off x="0" y="-38100"/>
              <a:ext cx="1728792" cy="55725"/>
            </a:xfrm>
            <a:prstGeom prst="rect">
              <a:avLst/>
            </a:prstGeom>
          </p:spPr>
          <p:txBody>
            <a:bodyPr anchor="ctr" rtlCol="false" tIns="50800" lIns="50800" bIns="50800" rIns="50800"/>
            <a:lstStyle/>
            <a:p>
              <a:pPr algn="ctr">
                <a:lnSpc>
                  <a:spcPts val="2659"/>
                </a:lnSpc>
              </a:pPr>
            </a:p>
          </p:txBody>
        </p:sp>
      </p:grpSp>
      <p:sp>
        <p:nvSpPr>
          <p:cNvPr name="TextBox 59" id="59"/>
          <p:cNvSpPr txBox="true"/>
          <p:nvPr/>
        </p:nvSpPr>
        <p:spPr>
          <a:xfrm rot="0">
            <a:off x="10277088" y="3550124"/>
            <a:ext cx="4225552" cy="2031703"/>
          </a:xfrm>
          <a:prstGeom prst="rect">
            <a:avLst/>
          </a:prstGeom>
        </p:spPr>
        <p:txBody>
          <a:bodyPr anchor="t" rtlCol="false" tIns="0" lIns="0" bIns="0" rIns="0">
            <a:spAutoFit/>
          </a:bodyPr>
          <a:lstStyle/>
          <a:p>
            <a:pPr algn="ctr">
              <a:lnSpc>
                <a:spcPts val="16641"/>
              </a:lnSpc>
            </a:pPr>
            <a:r>
              <a:rPr lang="en-US" b="true" sz="11886">
                <a:solidFill>
                  <a:srgbClr val="FFCC00"/>
                </a:solidFill>
                <a:latin typeface="Montserrat Bold"/>
                <a:ea typeface="Montserrat Bold"/>
                <a:cs typeface="Montserrat Bold"/>
                <a:sym typeface="Montserrat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DAHWMhCcE7A</dc:identifier>
  <dcterms:modified xsi:type="dcterms:W3CDTF">2011-08-01T06:04:30Z</dcterms:modified>
  <cp:revision>1</cp:revision>
  <dc:title>presentation</dc:title>
</cp:coreProperties>
</file>